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7" r:id="rId2"/>
    <p:sldId id="268" r:id="rId3"/>
    <p:sldId id="270" r:id="rId4"/>
    <p:sldId id="278" r:id="rId5"/>
    <p:sldId id="271" r:id="rId6"/>
    <p:sldId id="273" r:id="rId7"/>
    <p:sldId id="274" r:id="rId8"/>
    <p:sldId id="277" r:id="rId9"/>
    <p:sldId id="275" r:id="rId10"/>
    <p:sldId id="276" r:id="rId11"/>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AA975DC4-EB10-4F27-B1E0-2D4F99122912}" v="59" dt="2026-02-16T06:54:19.105"/>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4660"/>
  </p:normalViewPr>
  <p:slideViewPr>
    <p:cSldViewPr snapToGrid="0">
      <p:cViewPr varScale="1">
        <p:scale>
          <a:sx n="78" d="100"/>
          <a:sy n="78" d="100"/>
        </p:scale>
        <p:origin x="878" y="6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17" Type="http://schemas.microsoft.com/office/2015/10/relationships/revisionInfo" Target="revisionInfo.xml"/><Relationship Id="rId2" Type="http://schemas.openxmlformats.org/officeDocument/2006/relationships/slide" Target="slides/slide1.xml"/><Relationship Id="rId16" Type="http://schemas.microsoft.com/office/2016/11/relationships/changesInfo" Target="changesInfos/changesInfo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R Balaji" userId="4dba723c3a32d248" providerId="LiveId" clId="{3F78ACB6-8BB7-4C37-97A2-AA167F684D98}"/>
    <pc:docChg chg="undo custSel addSld delSld modSld">
      <pc:chgData name="R Balaji" userId="4dba723c3a32d248" providerId="LiveId" clId="{3F78ACB6-8BB7-4C37-97A2-AA167F684D98}" dt="2026-02-16T06:54:22.978" v="369" actId="12"/>
      <pc:docMkLst>
        <pc:docMk/>
      </pc:docMkLst>
      <pc:sldChg chg="modSp mod">
        <pc:chgData name="R Balaji" userId="4dba723c3a32d248" providerId="LiveId" clId="{3F78ACB6-8BB7-4C37-97A2-AA167F684D98}" dt="2026-02-16T06:41:51.622" v="255" actId="1036"/>
        <pc:sldMkLst>
          <pc:docMk/>
          <pc:sldMk cId="4128082483" sldId="257"/>
        </pc:sldMkLst>
        <pc:spChg chg="mod">
          <ac:chgData name="R Balaji" userId="4dba723c3a32d248" providerId="LiveId" clId="{3F78ACB6-8BB7-4C37-97A2-AA167F684D98}" dt="2026-02-16T06:41:51.622" v="255" actId="1036"/>
          <ac:spMkLst>
            <pc:docMk/>
            <pc:sldMk cId="4128082483" sldId="257"/>
            <ac:spMk id="12" creationId="{269C8049-6FB5-52BF-F16D-2BA6F6C09CFC}"/>
          </ac:spMkLst>
        </pc:spChg>
        <pc:spChg chg="mod">
          <ac:chgData name="R Balaji" userId="4dba723c3a32d248" providerId="LiveId" clId="{3F78ACB6-8BB7-4C37-97A2-AA167F684D98}" dt="2026-02-16T06:41:48.105" v="254" actId="20577"/>
          <ac:spMkLst>
            <pc:docMk/>
            <pc:sldMk cId="4128082483" sldId="257"/>
            <ac:spMk id="20" creationId="{FD8D3833-CADC-CF39-2B25-9AA5B7947840}"/>
          </ac:spMkLst>
        </pc:spChg>
        <pc:spChg chg="mod">
          <ac:chgData name="R Balaji" userId="4dba723c3a32d248" providerId="LiveId" clId="{3F78ACB6-8BB7-4C37-97A2-AA167F684D98}" dt="2026-01-27T09:28:23.385" v="79" actId="20577"/>
          <ac:spMkLst>
            <pc:docMk/>
            <pc:sldMk cId="4128082483" sldId="257"/>
            <ac:spMk id="21" creationId="{E4E63A79-0ADC-C8AD-D34C-6D0A5CE46449}"/>
          </ac:spMkLst>
        </pc:spChg>
        <pc:spChg chg="mod">
          <ac:chgData name="R Balaji" userId="4dba723c3a32d248" providerId="LiveId" clId="{3F78ACB6-8BB7-4C37-97A2-AA167F684D98}" dt="2026-02-16T06:39:40.627" v="238" actId="20577"/>
          <ac:spMkLst>
            <pc:docMk/>
            <pc:sldMk cId="4128082483" sldId="257"/>
            <ac:spMk id="22" creationId="{14771935-969E-BD65-0B73-B6D34B4A81DD}"/>
          </ac:spMkLst>
        </pc:spChg>
      </pc:sldChg>
      <pc:sldChg chg="addSp delSp modSp mod">
        <pc:chgData name="R Balaji" userId="4dba723c3a32d248" providerId="LiveId" clId="{3F78ACB6-8BB7-4C37-97A2-AA167F684D98}" dt="2026-02-16T06:42:45.820" v="263" actId="1076"/>
        <pc:sldMkLst>
          <pc:docMk/>
          <pc:sldMk cId="3236164181" sldId="268"/>
        </pc:sldMkLst>
        <pc:spChg chg="add mod">
          <ac:chgData name="R Balaji" userId="4dba723c3a32d248" providerId="LiveId" clId="{3F78ACB6-8BB7-4C37-97A2-AA167F684D98}" dt="2026-02-16T06:42:45.820" v="263" actId="1076"/>
          <ac:spMkLst>
            <pc:docMk/>
            <pc:sldMk cId="3236164181" sldId="268"/>
            <ac:spMk id="4" creationId="{C9E913B9-9B75-7254-433C-06C91558EC01}"/>
          </ac:spMkLst>
        </pc:spChg>
      </pc:sldChg>
      <pc:sldChg chg="addSp delSp modSp mod chgLayout">
        <pc:chgData name="R Balaji" userId="4dba723c3a32d248" providerId="LiveId" clId="{3F78ACB6-8BB7-4C37-97A2-AA167F684D98}" dt="2026-02-16T06:52:29.001" v="348" actId="2711"/>
        <pc:sldMkLst>
          <pc:docMk/>
          <pc:sldMk cId="921269499" sldId="270"/>
        </pc:sldMkLst>
        <pc:spChg chg="mod ord">
          <ac:chgData name="R Balaji" userId="4dba723c3a32d248" providerId="LiveId" clId="{3F78ACB6-8BB7-4C37-97A2-AA167F684D98}" dt="2026-02-16T06:44:48.832" v="285" actId="20577"/>
          <ac:spMkLst>
            <pc:docMk/>
            <pc:sldMk cId="921269499" sldId="270"/>
            <ac:spMk id="2" creationId="{7D96F43D-8827-A3AB-430C-1E22C07EC5A0}"/>
          </ac:spMkLst>
        </pc:spChg>
        <pc:spChg chg="add mod">
          <ac:chgData name="R Balaji" userId="4dba723c3a32d248" providerId="LiveId" clId="{3F78ACB6-8BB7-4C37-97A2-AA167F684D98}" dt="2026-02-16T06:43:04.170" v="265"/>
          <ac:spMkLst>
            <pc:docMk/>
            <pc:sldMk cId="921269499" sldId="270"/>
            <ac:spMk id="3" creationId="{6875E4D9-CDC5-C112-61C2-0E61DC263366}"/>
          </ac:spMkLst>
        </pc:spChg>
        <pc:spChg chg="add del mod">
          <ac:chgData name="R Balaji" userId="4dba723c3a32d248" providerId="LiveId" clId="{3F78ACB6-8BB7-4C37-97A2-AA167F684D98}" dt="2026-02-16T06:43:07.786" v="266"/>
          <ac:spMkLst>
            <pc:docMk/>
            <pc:sldMk cId="921269499" sldId="270"/>
            <ac:spMk id="4" creationId="{03CF53BB-9DCD-A0B0-D074-F3CE4709F1C2}"/>
          </ac:spMkLst>
        </pc:spChg>
        <pc:spChg chg="add del mod">
          <ac:chgData name="R Balaji" userId="4dba723c3a32d248" providerId="LiveId" clId="{3F78ACB6-8BB7-4C37-97A2-AA167F684D98}" dt="2026-02-16T06:43:12.103" v="267" actId="478"/>
          <ac:spMkLst>
            <pc:docMk/>
            <pc:sldMk cId="921269499" sldId="270"/>
            <ac:spMk id="5" creationId="{DC07244D-80B4-59BB-60CE-82F175BCD861}"/>
          </ac:spMkLst>
        </pc:spChg>
        <pc:spChg chg="add del mod">
          <ac:chgData name="R Balaji" userId="4dba723c3a32d248" providerId="LiveId" clId="{3F78ACB6-8BB7-4C37-97A2-AA167F684D98}" dt="2026-02-16T06:43:14.403" v="268"/>
          <ac:spMkLst>
            <pc:docMk/>
            <pc:sldMk cId="921269499" sldId="270"/>
            <ac:spMk id="6" creationId="{42BEA3E4-8D56-7E66-D82C-261CBCC738D8}"/>
          </ac:spMkLst>
        </pc:spChg>
        <pc:spChg chg="add mod">
          <ac:chgData name="R Balaji" userId="4dba723c3a32d248" providerId="LiveId" clId="{3F78ACB6-8BB7-4C37-97A2-AA167F684D98}" dt="2026-02-16T06:52:29.001" v="348" actId="2711"/>
          <ac:spMkLst>
            <pc:docMk/>
            <pc:sldMk cId="921269499" sldId="270"/>
            <ac:spMk id="7" creationId="{D1087474-967D-ED49-AEFC-796238F23BD4}"/>
          </ac:spMkLst>
        </pc:spChg>
      </pc:sldChg>
      <pc:sldChg chg="addSp delSp modSp mod chgLayout">
        <pc:chgData name="R Balaji" userId="4dba723c3a32d248" providerId="LiveId" clId="{3F78ACB6-8BB7-4C37-97A2-AA167F684D98}" dt="2026-02-16T06:52:47.059" v="350" actId="1076"/>
        <pc:sldMkLst>
          <pc:docMk/>
          <pc:sldMk cId="2617652741" sldId="271"/>
        </pc:sldMkLst>
        <pc:spChg chg="mod ord">
          <ac:chgData name="R Balaji" userId="4dba723c3a32d248" providerId="LiveId" clId="{3F78ACB6-8BB7-4C37-97A2-AA167F684D98}" dt="2026-02-16T06:46:51.367" v="302" actId="1076"/>
          <ac:spMkLst>
            <pc:docMk/>
            <pc:sldMk cId="2617652741" sldId="271"/>
            <ac:spMk id="2" creationId="{4370CC16-FD6A-7EA3-9D2A-E64925B1B44E}"/>
          </ac:spMkLst>
        </pc:spChg>
        <pc:spChg chg="add mod">
          <ac:chgData name="R Balaji" userId="4dba723c3a32d248" providerId="LiveId" clId="{3F78ACB6-8BB7-4C37-97A2-AA167F684D98}" dt="2026-02-16T06:52:47.059" v="350" actId="1076"/>
          <ac:spMkLst>
            <pc:docMk/>
            <pc:sldMk cId="2617652741" sldId="271"/>
            <ac:spMk id="8" creationId="{C7B94040-BAD8-636B-8158-6D1E4561FC1D}"/>
          </ac:spMkLst>
        </pc:spChg>
      </pc:sldChg>
      <pc:sldChg chg="addSp delSp modSp mod chgLayout">
        <pc:chgData name="R Balaji" userId="4dba723c3a32d248" providerId="LiveId" clId="{3F78ACB6-8BB7-4C37-97A2-AA167F684D98}" dt="2026-02-16T06:53:01.822" v="352" actId="1076"/>
        <pc:sldMkLst>
          <pc:docMk/>
          <pc:sldMk cId="1491785997" sldId="273"/>
        </pc:sldMkLst>
        <pc:spChg chg="mod ord">
          <ac:chgData name="R Balaji" userId="4dba723c3a32d248" providerId="LiveId" clId="{3F78ACB6-8BB7-4C37-97A2-AA167F684D98}" dt="2026-01-27T09:40:03.461" v="157" actId="700"/>
          <ac:spMkLst>
            <pc:docMk/>
            <pc:sldMk cId="1491785997" sldId="273"/>
            <ac:spMk id="2" creationId="{C2BF11A2-7FBE-6F11-447C-2B7D155E234C}"/>
          </ac:spMkLst>
        </pc:spChg>
        <pc:spChg chg="add del mod">
          <ac:chgData name="R Balaji" userId="4dba723c3a32d248" providerId="LiveId" clId="{3F78ACB6-8BB7-4C37-97A2-AA167F684D98}" dt="2026-02-16T06:47:34.839" v="304" actId="478"/>
          <ac:spMkLst>
            <pc:docMk/>
            <pc:sldMk cId="1491785997" sldId="273"/>
            <ac:spMk id="3" creationId="{92CAA449-D15B-8454-1E60-924F7806248B}"/>
          </ac:spMkLst>
        </pc:spChg>
        <pc:spChg chg="add del mod">
          <ac:chgData name="R Balaji" userId="4dba723c3a32d248" providerId="LiveId" clId="{3F78ACB6-8BB7-4C37-97A2-AA167F684D98}" dt="2026-02-16T06:47:29.896" v="303"/>
          <ac:spMkLst>
            <pc:docMk/>
            <pc:sldMk cId="1491785997" sldId="273"/>
            <ac:spMk id="4" creationId="{DD81E770-F1F1-49B4-99A6-6C4FAEE3E3BB}"/>
          </ac:spMkLst>
        </pc:spChg>
        <pc:spChg chg="add del mod">
          <ac:chgData name="R Balaji" userId="4dba723c3a32d248" providerId="LiveId" clId="{3F78ACB6-8BB7-4C37-97A2-AA167F684D98}" dt="2026-02-16T06:47:55.948" v="314"/>
          <ac:spMkLst>
            <pc:docMk/>
            <pc:sldMk cId="1491785997" sldId="273"/>
            <ac:spMk id="5" creationId="{86958AFC-FD00-AE5F-8E15-4E64D6E562C4}"/>
          </ac:spMkLst>
        </pc:spChg>
        <pc:spChg chg="add del mod">
          <ac:chgData name="R Balaji" userId="4dba723c3a32d248" providerId="LiveId" clId="{3F78ACB6-8BB7-4C37-97A2-AA167F684D98}" dt="2026-02-16T06:47:52.940" v="312"/>
          <ac:spMkLst>
            <pc:docMk/>
            <pc:sldMk cId="1491785997" sldId="273"/>
            <ac:spMk id="6" creationId="{6DDF27CC-EEAF-02C2-CA75-FF762681D653}"/>
          </ac:spMkLst>
        </pc:spChg>
        <pc:spChg chg="add mod">
          <ac:chgData name="R Balaji" userId="4dba723c3a32d248" providerId="LiveId" clId="{3F78ACB6-8BB7-4C37-97A2-AA167F684D98}" dt="2026-02-16T06:47:50.556" v="310"/>
          <ac:spMkLst>
            <pc:docMk/>
            <pc:sldMk cId="1491785997" sldId="273"/>
            <ac:spMk id="7" creationId="{4E905931-E070-958A-3DA7-328171C75213}"/>
          </ac:spMkLst>
        </pc:spChg>
        <pc:spChg chg="add mod">
          <ac:chgData name="R Balaji" userId="4dba723c3a32d248" providerId="LiveId" clId="{3F78ACB6-8BB7-4C37-97A2-AA167F684D98}" dt="2026-02-16T06:53:01.822" v="352" actId="1076"/>
          <ac:spMkLst>
            <pc:docMk/>
            <pc:sldMk cId="1491785997" sldId="273"/>
            <ac:spMk id="8" creationId="{B4F01B97-4983-2D4D-30EE-77F6E3059607}"/>
          </ac:spMkLst>
        </pc:spChg>
      </pc:sldChg>
      <pc:sldChg chg="addSp delSp modSp mod chgLayout">
        <pc:chgData name="R Balaji" userId="4dba723c3a32d248" providerId="LiveId" clId="{3F78ACB6-8BB7-4C37-97A2-AA167F684D98}" dt="2026-02-16T06:53:22.167" v="356" actId="1076"/>
        <pc:sldMkLst>
          <pc:docMk/>
          <pc:sldMk cId="173108859" sldId="274"/>
        </pc:sldMkLst>
        <pc:spChg chg="mod ord">
          <ac:chgData name="R Balaji" userId="4dba723c3a32d248" providerId="LiveId" clId="{3F78ACB6-8BB7-4C37-97A2-AA167F684D98}" dt="2026-01-27T09:41:39.338" v="174" actId="700"/>
          <ac:spMkLst>
            <pc:docMk/>
            <pc:sldMk cId="173108859" sldId="274"/>
            <ac:spMk id="2" creationId="{1C1FB9A4-8376-1A66-8F26-CA5C9727FD9D}"/>
          </ac:spMkLst>
        </pc:spChg>
        <pc:spChg chg="add mod">
          <ac:chgData name="R Balaji" userId="4dba723c3a32d248" providerId="LiveId" clId="{3F78ACB6-8BB7-4C37-97A2-AA167F684D98}" dt="2026-02-16T06:49:20.300" v="327"/>
          <ac:spMkLst>
            <pc:docMk/>
            <pc:sldMk cId="173108859" sldId="274"/>
            <ac:spMk id="3" creationId="{96168ED6-563B-2074-6FDE-DD6EB2274044}"/>
          </ac:spMkLst>
        </pc:spChg>
        <pc:spChg chg="add del mod">
          <ac:chgData name="R Balaji" userId="4dba723c3a32d248" providerId="LiveId" clId="{3F78ACB6-8BB7-4C37-97A2-AA167F684D98}" dt="2026-02-16T06:49:34.522" v="330"/>
          <ac:spMkLst>
            <pc:docMk/>
            <pc:sldMk cId="173108859" sldId="274"/>
            <ac:spMk id="4" creationId="{A4F30447-A38B-8237-6577-079E7574A570}"/>
          </ac:spMkLst>
        </pc:spChg>
        <pc:spChg chg="add del mod">
          <ac:chgData name="R Balaji" userId="4dba723c3a32d248" providerId="LiveId" clId="{3F78ACB6-8BB7-4C37-97A2-AA167F684D98}" dt="2026-02-16T06:49:39.561" v="331" actId="478"/>
          <ac:spMkLst>
            <pc:docMk/>
            <pc:sldMk cId="173108859" sldId="274"/>
            <ac:spMk id="5" creationId="{DEA826D2-2B3E-6D44-EDB4-92270F705145}"/>
          </ac:spMkLst>
        </pc:spChg>
        <pc:spChg chg="add del mod">
          <ac:chgData name="R Balaji" userId="4dba723c3a32d248" providerId="LiveId" clId="{3F78ACB6-8BB7-4C37-97A2-AA167F684D98}" dt="2026-02-16T06:49:41.732" v="332"/>
          <ac:spMkLst>
            <pc:docMk/>
            <pc:sldMk cId="173108859" sldId="274"/>
            <ac:spMk id="6" creationId="{5AF1B2C3-5F09-9CC0-1803-B255E5E7CF96}"/>
          </ac:spMkLst>
        </pc:spChg>
        <pc:spChg chg="add mod">
          <ac:chgData name="R Balaji" userId="4dba723c3a32d248" providerId="LiveId" clId="{3F78ACB6-8BB7-4C37-97A2-AA167F684D98}" dt="2026-02-16T06:53:22.167" v="356" actId="1076"/>
          <ac:spMkLst>
            <pc:docMk/>
            <pc:sldMk cId="173108859" sldId="274"/>
            <ac:spMk id="7" creationId="{E043CDF9-37CD-64A9-BD3F-0A2DFD4AA80E}"/>
          </ac:spMkLst>
        </pc:spChg>
      </pc:sldChg>
      <pc:sldChg chg="addSp delSp modSp mod chgLayout">
        <pc:chgData name="R Balaji" userId="4dba723c3a32d248" providerId="LiveId" clId="{3F78ACB6-8BB7-4C37-97A2-AA167F684D98}" dt="2026-02-16T06:54:04.871" v="364" actId="1076"/>
        <pc:sldMkLst>
          <pc:docMk/>
          <pc:sldMk cId="3357721053" sldId="275"/>
        </pc:sldMkLst>
        <pc:spChg chg="mod ord">
          <ac:chgData name="R Balaji" userId="4dba723c3a32d248" providerId="LiveId" clId="{3F78ACB6-8BB7-4C37-97A2-AA167F684D98}" dt="2026-01-27T09:40:37.951" v="163" actId="700"/>
          <ac:spMkLst>
            <pc:docMk/>
            <pc:sldMk cId="3357721053" sldId="275"/>
            <ac:spMk id="2" creationId="{3CA9AA57-9E41-1F2B-9994-4BEB32EC05E0}"/>
          </ac:spMkLst>
        </pc:spChg>
        <pc:spChg chg="add del mod">
          <ac:chgData name="R Balaji" userId="4dba723c3a32d248" providerId="LiveId" clId="{3F78ACB6-8BB7-4C37-97A2-AA167F684D98}" dt="2026-02-16T06:51:18.724" v="341" actId="478"/>
          <ac:spMkLst>
            <pc:docMk/>
            <pc:sldMk cId="3357721053" sldId="275"/>
            <ac:spMk id="3" creationId="{1D47502B-D3FB-943A-5621-A6669BCE4AED}"/>
          </ac:spMkLst>
        </pc:spChg>
        <pc:spChg chg="add del mod">
          <ac:chgData name="R Balaji" userId="4dba723c3a32d248" providerId="LiveId" clId="{3F78ACB6-8BB7-4C37-97A2-AA167F684D98}" dt="2026-02-16T06:51:15.104" v="340"/>
          <ac:spMkLst>
            <pc:docMk/>
            <pc:sldMk cId="3357721053" sldId="275"/>
            <ac:spMk id="4" creationId="{3C149BFF-E7B3-F8F0-7F9D-E6F23AD0E2DF}"/>
          </ac:spMkLst>
        </pc:spChg>
        <pc:spChg chg="add del mod">
          <ac:chgData name="R Balaji" userId="4dba723c3a32d248" providerId="LiveId" clId="{3F78ACB6-8BB7-4C37-97A2-AA167F684D98}" dt="2026-02-16T06:51:20.405" v="342"/>
          <ac:spMkLst>
            <pc:docMk/>
            <pc:sldMk cId="3357721053" sldId="275"/>
            <ac:spMk id="5" creationId="{705A1DBD-FF4C-A328-183E-16AB332FD493}"/>
          </ac:spMkLst>
        </pc:spChg>
        <pc:spChg chg="add mod">
          <ac:chgData name="R Balaji" userId="4dba723c3a32d248" providerId="LiveId" clId="{3F78ACB6-8BB7-4C37-97A2-AA167F684D98}" dt="2026-02-16T06:54:04.871" v="364" actId="1076"/>
          <ac:spMkLst>
            <pc:docMk/>
            <pc:sldMk cId="3357721053" sldId="275"/>
            <ac:spMk id="6" creationId="{FF6FD35A-1CE1-3C09-4E6A-31A677B4A846}"/>
          </ac:spMkLst>
        </pc:spChg>
      </pc:sldChg>
      <pc:sldChg chg="addSp delSp modSp mod chgLayout">
        <pc:chgData name="R Balaji" userId="4dba723c3a32d248" providerId="LiveId" clId="{3F78ACB6-8BB7-4C37-97A2-AA167F684D98}" dt="2026-02-16T06:53:56.055" v="363" actId="1076"/>
        <pc:sldMkLst>
          <pc:docMk/>
          <pc:sldMk cId="837169431" sldId="276"/>
        </pc:sldMkLst>
        <pc:spChg chg="mod ord">
          <ac:chgData name="R Balaji" userId="4dba723c3a32d248" providerId="LiveId" clId="{3F78ACB6-8BB7-4C37-97A2-AA167F684D98}" dt="2026-01-27T09:41:56.734" v="178" actId="700"/>
          <ac:spMkLst>
            <pc:docMk/>
            <pc:sldMk cId="837169431" sldId="276"/>
            <ac:spMk id="2" creationId="{488F8DB4-349B-9BC4-1827-5D8B313A82C7}"/>
          </ac:spMkLst>
        </pc:spChg>
        <pc:spChg chg="add del mod">
          <ac:chgData name="R Balaji" userId="4dba723c3a32d248" providerId="LiveId" clId="{3F78ACB6-8BB7-4C37-97A2-AA167F684D98}" dt="2026-02-16T06:51:29.983" v="344" actId="478"/>
          <ac:spMkLst>
            <pc:docMk/>
            <pc:sldMk cId="837169431" sldId="276"/>
            <ac:spMk id="3" creationId="{71F291AC-25DC-84E7-25F5-E50FE854AC46}"/>
          </ac:spMkLst>
        </pc:spChg>
        <pc:spChg chg="add del mod">
          <ac:chgData name="R Balaji" userId="4dba723c3a32d248" providerId="LiveId" clId="{3F78ACB6-8BB7-4C37-97A2-AA167F684D98}" dt="2026-02-16T06:51:25.542" v="343"/>
          <ac:spMkLst>
            <pc:docMk/>
            <pc:sldMk cId="837169431" sldId="276"/>
            <ac:spMk id="4" creationId="{321F616E-FB45-783C-0777-B563D56D4E63}"/>
          </ac:spMkLst>
        </pc:spChg>
        <pc:spChg chg="add del mod">
          <ac:chgData name="R Balaji" userId="4dba723c3a32d248" providerId="LiveId" clId="{3F78ACB6-8BB7-4C37-97A2-AA167F684D98}" dt="2026-02-16T06:51:44.210" v="345"/>
          <ac:spMkLst>
            <pc:docMk/>
            <pc:sldMk cId="837169431" sldId="276"/>
            <ac:spMk id="5" creationId="{B77B67C4-A915-F4F1-6BAD-D9A37712D965}"/>
          </ac:spMkLst>
        </pc:spChg>
        <pc:spChg chg="add mod">
          <ac:chgData name="R Balaji" userId="4dba723c3a32d248" providerId="LiveId" clId="{3F78ACB6-8BB7-4C37-97A2-AA167F684D98}" dt="2026-02-16T06:53:56.055" v="363" actId="1076"/>
          <ac:spMkLst>
            <pc:docMk/>
            <pc:sldMk cId="837169431" sldId="276"/>
            <ac:spMk id="6" creationId="{3E29FB69-81B5-C9A9-346C-4811E92A97BB}"/>
          </ac:spMkLst>
        </pc:spChg>
      </pc:sldChg>
      <pc:sldChg chg="addSp delSp modSp mod chgLayout">
        <pc:chgData name="R Balaji" userId="4dba723c3a32d248" providerId="LiveId" clId="{3F78ACB6-8BB7-4C37-97A2-AA167F684D98}" dt="2026-02-16T06:54:22.978" v="369" actId="12"/>
        <pc:sldMkLst>
          <pc:docMk/>
          <pc:sldMk cId="1967437850" sldId="277"/>
        </pc:sldMkLst>
        <pc:spChg chg="mod ord">
          <ac:chgData name="R Balaji" userId="4dba723c3a32d248" providerId="LiveId" clId="{3F78ACB6-8BB7-4C37-97A2-AA167F684D98}" dt="2026-01-27T09:41:06.291" v="167" actId="700"/>
          <ac:spMkLst>
            <pc:docMk/>
            <pc:sldMk cId="1967437850" sldId="277"/>
            <ac:spMk id="2" creationId="{ED49AB9B-70E0-EA27-5FC7-824E501F65CF}"/>
          </ac:spMkLst>
        </pc:spChg>
        <pc:spChg chg="add del mod">
          <ac:chgData name="R Balaji" userId="4dba723c3a32d248" providerId="LiveId" clId="{3F78ACB6-8BB7-4C37-97A2-AA167F684D98}" dt="2026-02-16T06:50:54.780" v="336" actId="478"/>
          <ac:spMkLst>
            <pc:docMk/>
            <pc:sldMk cId="1967437850" sldId="277"/>
            <ac:spMk id="3" creationId="{02FF89C0-3BC0-2C9E-F572-AD627D5A02C0}"/>
          </ac:spMkLst>
        </pc:spChg>
        <pc:spChg chg="add del mod">
          <ac:chgData name="R Balaji" userId="4dba723c3a32d248" providerId="LiveId" clId="{3F78ACB6-8BB7-4C37-97A2-AA167F684D98}" dt="2026-02-16T06:50:50.303" v="335"/>
          <ac:spMkLst>
            <pc:docMk/>
            <pc:sldMk cId="1967437850" sldId="277"/>
            <ac:spMk id="4" creationId="{3F9BC337-EA06-B2F1-FA00-9B9F4D275C26}"/>
          </ac:spMkLst>
        </pc:spChg>
        <pc:spChg chg="add del mod">
          <ac:chgData name="R Balaji" userId="4dba723c3a32d248" providerId="LiveId" clId="{3F78ACB6-8BB7-4C37-97A2-AA167F684D98}" dt="2026-02-16T06:50:56.660" v="337"/>
          <ac:spMkLst>
            <pc:docMk/>
            <pc:sldMk cId="1967437850" sldId="277"/>
            <ac:spMk id="5" creationId="{CDE4686F-5A89-CE36-2A0B-F9DB60ED0352}"/>
          </ac:spMkLst>
        </pc:spChg>
        <pc:spChg chg="add mod">
          <ac:chgData name="R Balaji" userId="4dba723c3a32d248" providerId="LiveId" clId="{3F78ACB6-8BB7-4C37-97A2-AA167F684D98}" dt="2026-02-16T06:54:22.978" v="369" actId="12"/>
          <ac:spMkLst>
            <pc:docMk/>
            <pc:sldMk cId="1967437850" sldId="277"/>
            <ac:spMk id="6" creationId="{C9ED9816-6D89-AC0D-EE33-124B80846904}"/>
          </ac:spMkLst>
        </pc:spChg>
      </pc:sldChg>
      <pc:sldChg chg="addSp delSp modSp new mod">
        <pc:chgData name="R Balaji" userId="4dba723c3a32d248" providerId="LiveId" clId="{3F78ACB6-8BB7-4C37-97A2-AA167F684D98}" dt="2026-02-16T06:52:39.228" v="349" actId="2711"/>
        <pc:sldMkLst>
          <pc:docMk/>
          <pc:sldMk cId="3791154755" sldId="278"/>
        </pc:sldMkLst>
        <pc:spChg chg="mod">
          <ac:chgData name="R Balaji" userId="4dba723c3a32d248" providerId="LiveId" clId="{3F78ACB6-8BB7-4C37-97A2-AA167F684D98}" dt="2026-02-16T06:44:53.181" v="286"/>
          <ac:spMkLst>
            <pc:docMk/>
            <pc:sldMk cId="3791154755" sldId="278"/>
            <ac:spMk id="2" creationId="{DB7AA00E-2E2E-1061-8879-AA6F80B73E17}"/>
          </ac:spMkLst>
        </pc:spChg>
        <pc:spChg chg="del">
          <ac:chgData name="R Balaji" userId="4dba723c3a32d248" providerId="LiveId" clId="{3F78ACB6-8BB7-4C37-97A2-AA167F684D98}" dt="2026-02-16T06:44:58.160" v="287"/>
          <ac:spMkLst>
            <pc:docMk/>
            <pc:sldMk cId="3791154755" sldId="278"/>
            <ac:spMk id="3" creationId="{43B55A07-A311-BBD9-525F-5FE8C55D39D0}"/>
          </ac:spMkLst>
        </pc:spChg>
        <pc:spChg chg="add mod">
          <ac:chgData name="R Balaji" userId="4dba723c3a32d248" providerId="LiveId" clId="{3F78ACB6-8BB7-4C37-97A2-AA167F684D98}" dt="2026-02-16T06:52:39.228" v="349" actId="2711"/>
          <ac:spMkLst>
            <pc:docMk/>
            <pc:sldMk cId="3791154755" sldId="278"/>
            <ac:spMk id="4" creationId="{40537BB0-7F19-822B-FBBE-D5A20839BD26}"/>
          </ac:spMkLst>
        </pc:spChg>
      </pc:sldChg>
    </pc:docChg>
  </pc:docChgLst>
</pc:chgInfo>
</file>

<file path=ppt/slideLayouts/_rels/slideLayout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7" name="Group 6"/>
          <p:cNvGrpSpPr/>
          <p:nvPr/>
        </p:nvGrpSpPr>
        <p:grpSpPr>
          <a:xfrm>
            <a:off x="-16934" y="0"/>
            <a:ext cx="12231160" cy="6856214"/>
            <a:chOff x="-16934" y="0"/>
            <a:chExt cx="12231160" cy="6856214"/>
          </a:xfrm>
        </p:grpSpPr>
        <p:pic>
          <p:nvPicPr>
            <p:cNvPr id="16" name="Picture 15" descr="HD-PanelTitleR1.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6" name="Rectangle 25"/>
            <p:cNvSpPr/>
            <p:nvPr/>
          </p:nvSpPr>
          <p:spPr>
            <a:xfrm>
              <a:off x="2328332" y="1540931"/>
              <a:ext cx="7543802" cy="3835401"/>
            </a:xfrm>
            <a:prstGeom prst="rect">
              <a:avLst/>
            </a:prstGeom>
            <a:noFill/>
            <a:ln w="15875">
              <a:miter lim="800000"/>
            </a:ln>
          </p:spPr>
          <p:style>
            <a:lnRef idx="1">
              <a:schemeClr val="accent1"/>
            </a:lnRef>
            <a:fillRef idx="3">
              <a:schemeClr val="accent1"/>
            </a:fillRef>
            <a:effectRef idx="2">
              <a:schemeClr val="accent1"/>
            </a:effectRef>
            <a:fontRef idx="minor">
              <a:schemeClr val="lt1"/>
            </a:fontRef>
          </p:style>
          <p:txBody>
            <a:bodyPr/>
            <a:lstStyle/>
            <a:p>
              <a:endParaRPr lang="en-IN" dirty="0"/>
            </a:p>
          </p:txBody>
        </p:sp>
        <p:pic>
          <p:nvPicPr>
            <p:cNvPr id="17" name="Picture 16" descr="HDRibbonTitle-UniformTrim.png"/>
            <p:cNvPicPr>
              <a:picLocks noChangeAspect="1"/>
            </p:cNvPicPr>
            <p:nvPr/>
          </p:nvPicPr>
          <p:blipFill rotWithShape="1">
            <a:blip r:embed="rId3">
              <a:extLst>
                <a:ext uri="{28A0092B-C50C-407E-A947-70E740481C1C}">
                  <a14:useLocalDpi xmlns:a14="http://schemas.microsoft.com/office/drawing/2010/main" val="0"/>
                </a:ext>
              </a:extLst>
            </a:blip>
            <a:srcRect/>
            <a:stretch/>
          </p:blipFill>
          <p:spPr>
            <a:xfrm>
              <a:off x="-16934" y="3147609"/>
              <a:ext cx="2478024" cy="612648"/>
            </a:xfrm>
            <a:prstGeom prst="rect">
              <a:avLst/>
            </a:prstGeom>
          </p:spPr>
        </p:pic>
        <p:pic>
          <p:nvPicPr>
            <p:cNvPr id="20" name="Picture 19" descr="HDRibbonTitle-UniformTrim.png"/>
            <p:cNvPicPr>
              <a:picLocks noChangeAspect="1"/>
            </p:cNvPicPr>
            <p:nvPr/>
          </p:nvPicPr>
          <p:blipFill rotWithShape="1">
            <a:blip r:embed="rId3">
              <a:extLst>
                <a:ext uri="{28A0092B-C50C-407E-A947-70E740481C1C}">
                  <a14:useLocalDpi xmlns:a14="http://schemas.microsoft.com/office/drawing/2010/main" val="0"/>
                </a:ext>
              </a:extLst>
            </a:blip>
            <a:srcRect/>
            <a:stretch/>
          </p:blipFill>
          <p:spPr>
            <a:xfrm>
              <a:off x="9736202" y="3147609"/>
              <a:ext cx="2478024" cy="612648"/>
            </a:xfrm>
            <a:prstGeom prst="rect">
              <a:avLst/>
            </a:prstGeom>
          </p:spPr>
        </p:pic>
      </p:grpSp>
      <p:sp>
        <p:nvSpPr>
          <p:cNvPr id="2" name="Title 1"/>
          <p:cNvSpPr>
            <a:spLocks noGrp="1"/>
          </p:cNvSpPr>
          <p:nvPr>
            <p:ph type="ctrTitle"/>
          </p:nvPr>
        </p:nvSpPr>
        <p:spPr>
          <a:xfrm>
            <a:off x="2692398" y="1871131"/>
            <a:ext cx="6815669" cy="1515533"/>
          </a:xfrm>
        </p:spPr>
        <p:txBody>
          <a:bodyPr anchor="b">
            <a:noAutofit/>
          </a:bodyPr>
          <a:lstStyle>
            <a:lvl1pPr algn="ctr">
              <a:defRPr sz="5400">
                <a:effectLst/>
              </a:defRPr>
            </a:lvl1pPr>
          </a:lstStyle>
          <a:p>
            <a:r>
              <a:rPr lang="en-US"/>
              <a:t>Click to edit Master title style</a:t>
            </a:r>
            <a:endParaRPr lang="en-US" dirty="0"/>
          </a:p>
        </p:txBody>
      </p:sp>
      <p:sp>
        <p:nvSpPr>
          <p:cNvPr id="3" name="Subtitle 2"/>
          <p:cNvSpPr>
            <a:spLocks noGrp="1"/>
          </p:cNvSpPr>
          <p:nvPr>
            <p:ph type="subTitle" idx="1"/>
          </p:nvPr>
        </p:nvSpPr>
        <p:spPr>
          <a:xfrm>
            <a:off x="2692398" y="3657597"/>
            <a:ext cx="6815669" cy="1320802"/>
          </a:xfrm>
        </p:spPr>
        <p:txBody>
          <a:bodyPr anchor="t">
            <a:normAutofit/>
          </a:bodyPr>
          <a:lstStyle>
            <a:lvl1pPr marL="0" indent="0" algn="ctr">
              <a:buNone/>
              <a:defRPr sz="2100">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a:xfrm>
            <a:off x="7983232" y="5037663"/>
            <a:ext cx="897467" cy="279400"/>
          </a:xfrm>
        </p:spPr>
        <p:txBody>
          <a:bodyPr/>
          <a:lstStyle/>
          <a:p>
            <a:fld id="{8E266329-F3F7-427D-B93B-A4537EBE5C20}" type="datetimeFigureOut">
              <a:rPr lang="en-IN" smtClean="0"/>
              <a:t>16-02-2026</a:t>
            </a:fld>
            <a:endParaRPr lang="en-IN" dirty="0"/>
          </a:p>
        </p:txBody>
      </p:sp>
      <p:sp>
        <p:nvSpPr>
          <p:cNvPr id="5" name="Footer Placeholder 4"/>
          <p:cNvSpPr>
            <a:spLocks noGrp="1"/>
          </p:cNvSpPr>
          <p:nvPr>
            <p:ph type="ftr" sz="quarter" idx="11"/>
          </p:nvPr>
        </p:nvSpPr>
        <p:spPr>
          <a:xfrm>
            <a:off x="2692397" y="5037663"/>
            <a:ext cx="5214635" cy="279400"/>
          </a:xfrm>
        </p:spPr>
        <p:txBody>
          <a:bodyPr/>
          <a:lstStyle/>
          <a:p>
            <a:endParaRPr lang="en-IN" dirty="0"/>
          </a:p>
        </p:txBody>
      </p:sp>
      <p:sp>
        <p:nvSpPr>
          <p:cNvPr id="6" name="Slide Number Placeholder 5"/>
          <p:cNvSpPr>
            <a:spLocks noGrp="1"/>
          </p:cNvSpPr>
          <p:nvPr>
            <p:ph type="sldNum" sz="quarter" idx="12"/>
          </p:nvPr>
        </p:nvSpPr>
        <p:spPr>
          <a:xfrm>
            <a:off x="8956900" y="5037663"/>
            <a:ext cx="551167" cy="279400"/>
          </a:xfrm>
        </p:spPr>
        <p:txBody>
          <a:bodyPr/>
          <a:lstStyle/>
          <a:p>
            <a:fld id="{5D322E25-8865-4496-B864-50B2712E4581}" type="slidenum">
              <a:rPr lang="en-IN" smtClean="0"/>
              <a:t>‹#›</a:t>
            </a:fld>
            <a:endParaRPr lang="en-IN" dirty="0"/>
          </a:p>
        </p:txBody>
      </p:sp>
      <p:cxnSp>
        <p:nvCxnSpPr>
          <p:cNvPr id="15" name="Straight Connector 14"/>
          <p:cNvCxnSpPr/>
          <p:nvPr/>
        </p:nvCxnSpPr>
        <p:spPr>
          <a:xfrm>
            <a:off x="2692399" y="3522131"/>
            <a:ext cx="6815668" cy="0"/>
          </a:xfrm>
          <a:prstGeom prst="line">
            <a:avLst/>
          </a:prstGeom>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81304266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cxnSp>
        <p:nvCxnSpPr>
          <p:cNvPr id="7" name="Straight Connector 6"/>
          <p:cNvCxnSpPr/>
          <p:nvPr/>
        </p:nvCxnSpPr>
        <p:spPr>
          <a:xfrm>
            <a:off x="1396169" y="2421466"/>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E266329-F3F7-427D-B93B-A4537EBE5C20}" type="datetimeFigureOut">
              <a:rPr lang="en-IN" smtClean="0"/>
              <a:t>16-02-2026</a:t>
            </a:fld>
            <a:endParaRPr lang="en-IN" dirty="0"/>
          </a:p>
        </p:txBody>
      </p:sp>
      <p:sp>
        <p:nvSpPr>
          <p:cNvPr id="5" name="Footer Placeholder 4"/>
          <p:cNvSpPr>
            <a:spLocks noGrp="1"/>
          </p:cNvSpPr>
          <p:nvPr>
            <p:ph type="ftr" sz="quarter" idx="11"/>
          </p:nvPr>
        </p:nvSpPr>
        <p:spPr/>
        <p:txBody>
          <a:bodyPr/>
          <a:lstStyle/>
          <a:p>
            <a:endParaRPr lang="en-IN" dirty="0"/>
          </a:p>
        </p:txBody>
      </p:sp>
      <p:sp>
        <p:nvSpPr>
          <p:cNvPr id="6" name="Slide Number Placeholder 5"/>
          <p:cNvSpPr>
            <a:spLocks noGrp="1"/>
          </p:cNvSpPr>
          <p:nvPr>
            <p:ph type="sldNum" sz="quarter" idx="12"/>
          </p:nvPr>
        </p:nvSpPr>
        <p:spPr/>
        <p:txBody>
          <a:bodyPr/>
          <a:lstStyle/>
          <a:p>
            <a:fld id="{5D322E25-8865-4496-B864-50B2712E4581}" type="slidenum">
              <a:rPr lang="en-IN" smtClean="0"/>
              <a:t>‹#›</a:t>
            </a:fld>
            <a:endParaRPr lang="en-IN" dirty="0"/>
          </a:p>
        </p:txBody>
      </p:sp>
    </p:spTree>
    <p:extLst>
      <p:ext uri="{BB962C8B-B14F-4D97-AF65-F5344CB8AC3E}">
        <p14:creationId xmlns:p14="http://schemas.microsoft.com/office/powerpoint/2010/main" val="70261384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2015069" y="1752606"/>
            <a:ext cx="8158688" cy="1822514"/>
          </a:xfrm>
        </p:spPr>
        <p:txBody>
          <a:bodyPr anchor="b">
            <a:normAutofit/>
          </a:bodyPr>
          <a:lstStyle>
            <a:lvl1pPr algn="ctr">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2015067" y="3846051"/>
            <a:ext cx="8158690" cy="954547"/>
          </a:xfrm>
        </p:spPr>
        <p:txBody>
          <a:bodyPr anchor="t">
            <a:normAutofit/>
          </a:bodyPr>
          <a:lstStyle>
            <a:lvl1pPr marL="0" indent="0" algn="ctr">
              <a:buNone/>
              <a:defRPr sz="24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8E266329-F3F7-427D-B93B-A4537EBE5C20}" type="datetimeFigureOut">
              <a:rPr lang="en-IN" smtClean="0"/>
              <a:t>16-02-2026</a:t>
            </a:fld>
            <a:endParaRPr lang="en-IN" dirty="0"/>
          </a:p>
        </p:txBody>
      </p:sp>
      <p:sp>
        <p:nvSpPr>
          <p:cNvPr id="5" name="Footer Placeholder 4"/>
          <p:cNvSpPr>
            <a:spLocks noGrp="1"/>
          </p:cNvSpPr>
          <p:nvPr>
            <p:ph type="ftr" sz="quarter" idx="11"/>
          </p:nvPr>
        </p:nvSpPr>
        <p:spPr/>
        <p:txBody>
          <a:bodyPr/>
          <a:lstStyle/>
          <a:p>
            <a:endParaRPr lang="en-IN" dirty="0"/>
          </a:p>
        </p:txBody>
      </p:sp>
      <p:sp>
        <p:nvSpPr>
          <p:cNvPr id="6" name="Slide Number Placeholder 5"/>
          <p:cNvSpPr>
            <a:spLocks noGrp="1"/>
          </p:cNvSpPr>
          <p:nvPr>
            <p:ph type="sldNum" sz="quarter" idx="12"/>
          </p:nvPr>
        </p:nvSpPr>
        <p:spPr/>
        <p:txBody>
          <a:bodyPr/>
          <a:lstStyle/>
          <a:p>
            <a:fld id="{5D322E25-8865-4496-B864-50B2712E4581}" type="slidenum">
              <a:rPr lang="en-IN" smtClean="0"/>
              <a:t>‹#›</a:t>
            </a:fld>
            <a:endParaRPr lang="en-IN" dirty="0"/>
          </a:p>
        </p:txBody>
      </p:sp>
      <p:cxnSp>
        <p:nvCxnSpPr>
          <p:cNvPr id="16" name="Straight Connector 15"/>
          <p:cNvCxnSpPr/>
          <p:nvPr/>
        </p:nvCxnSpPr>
        <p:spPr>
          <a:xfrm>
            <a:off x="2012723" y="3710585"/>
            <a:ext cx="8163380"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08413441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cxnSp>
        <p:nvCxnSpPr>
          <p:cNvPr id="8" name="Straight Connector 7"/>
          <p:cNvCxnSpPr/>
          <p:nvPr/>
        </p:nvCxnSpPr>
        <p:spPr>
          <a:xfrm>
            <a:off x="1396169" y="2421466"/>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298448" y="2560320"/>
            <a:ext cx="4718304" cy="3310128"/>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81344" y="2560320"/>
            <a:ext cx="4718304" cy="3310128"/>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8E266329-F3F7-427D-B93B-A4537EBE5C20}" type="datetimeFigureOut">
              <a:rPr lang="en-IN" smtClean="0"/>
              <a:t>16-02-2026</a:t>
            </a:fld>
            <a:endParaRPr lang="en-IN" dirty="0"/>
          </a:p>
        </p:txBody>
      </p:sp>
      <p:sp>
        <p:nvSpPr>
          <p:cNvPr id="6" name="Footer Placeholder 5"/>
          <p:cNvSpPr>
            <a:spLocks noGrp="1"/>
          </p:cNvSpPr>
          <p:nvPr>
            <p:ph type="ftr" sz="quarter" idx="11"/>
          </p:nvPr>
        </p:nvSpPr>
        <p:spPr/>
        <p:txBody>
          <a:bodyPr/>
          <a:lstStyle/>
          <a:p>
            <a:endParaRPr lang="en-IN" dirty="0"/>
          </a:p>
        </p:txBody>
      </p:sp>
      <p:sp>
        <p:nvSpPr>
          <p:cNvPr id="7" name="Slide Number Placeholder 6"/>
          <p:cNvSpPr>
            <a:spLocks noGrp="1"/>
          </p:cNvSpPr>
          <p:nvPr>
            <p:ph type="sldNum" sz="quarter" idx="12"/>
          </p:nvPr>
        </p:nvSpPr>
        <p:spPr/>
        <p:txBody>
          <a:bodyPr/>
          <a:lstStyle/>
          <a:p>
            <a:fld id="{5D322E25-8865-4496-B864-50B2712E4581}" type="slidenum">
              <a:rPr lang="en-IN" smtClean="0"/>
              <a:t>‹#›</a:t>
            </a:fld>
            <a:endParaRPr lang="en-IN" dirty="0"/>
          </a:p>
        </p:txBody>
      </p:sp>
    </p:spTree>
    <p:extLst>
      <p:ext uri="{BB962C8B-B14F-4D97-AF65-F5344CB8AC3E}">
        <p14:creationId xmlns:p14="http://schemas.microsoft.com/office/powerpoint/2010/main" val="183927161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1295400" y="2658533"/>
            <a:ext cx="4718304" cy="576262"/>
          </a:xfrm>
        </p:spPr>
        <p:txBody>
          <a:bodyPr anchor="b">
            <a:noAutofit/>
          </a:bodyPr>
          <a:lstStyle>
            <a:lvl1pPr marL="0" indent="0">
              <a:spcBef>
                <a:spcPts val="672"/>
              </a:spcBef>
              <a:spcAft>
                <a:spcPts val="600"/>
              </a:spcAft>
              <a:buNone/>
              <a:defRPr sz="28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295400" y="3243262"/>
            <a:ext cx="4718304" cy="2632605"/>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180670" y="2658533"/>
            <a:ext cx="4718304" cy="576262"/>
          </a:xfrm>
        </p:spPr>
        <p:txBody>
          <a:bodyPr anchor="b">
            <a:noAutofit/>
          </a:bodyPr>
          <a:lstStyle>
            <a:lvl1pPr marL="0" indent="0">
              <a:spcBef>
                <a:spcPts val="672"/>
              </a:spcBef>
              <a:spcAft>
                <a:spcPts val="600"/>
              </a:spcAft>
              <a:buNone/>
              <a:defRPr sz="28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80670" y="3243262"/>
            <a:ext cx="4718304" cy="2632605"/>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8E266329-F3F7-427D-B93B-A4537EBE5C20}" type="datetimeFigureOut">
              <a:rPr lang="en-IN" smtClean="0"/>
              <a:t>16-02-2026</a:t>
            </a:fld>
            <a:endParaRPr lang="en-IN" dirty="0"/>
          </a:p>
        </p:txBody>
      </p:sp>
      <p:sp>
        <p:nvSpPr>
          <p:cNvPr id="8" name="Footer Placeholder 7"/>
          <p:cNvSpPr>
            <a:spLocks noGrp="1"/>
          </p:cNvSpPr>
          <p:nvPr>
            <p:ph type="ftr" sz="quarter" idx="11"/>
          </p:nvPr>
        </p:nvSpPr>
        <p:spPr/>
        <p:txBody>
          <a:bodyPr/>
          <a:lstStyle/>
          <a:p>
            <a:endParaRPr lang="en-IN" dirty="0"/>
          </a:p>
        </p:txBody>
      </p:sp>
      <p:sp>
        <p:nvSpPr>
          <p:cNvPr id="9" name="Slide Number Placeholder 8"/>
          <p:cNvSpPr>
            <a:spLocks noGrp="1"/>
          </p:cNvSpPr>
          <p:nvPr>
            <p:ph type="sldNum" sz="quarter" idx="12"/>
          </p:nvPr>
        </p:nvSpPr>
        <p:spPr/>
        <p:txBody>
          <a:bodyPr/>
          <a:lstStyle/>
          <a:p>
            <a:fld id="{5D322E25-8865-4496-B864-50B2712E4581}" type="slidenum">
              <a:rPr lang="en-IN" smtClean="0"/>
              <a:t>‹#›</a:t>
            </a:fld>
            <a:endParaRPr lang="en-IN" dirty="0"/>
          </a:p>
        </p:txBody>
      </p:sp>
      <p:cxnSp>
        <p:nvCxnSpPr>
          <p:cNvPr id="18" name="Straight Connector 17"/>
          <p:cNvCxnSpPr/>
          <p:nvPr/>
        </p:nvCxnSpPr>
        <p:spPr>
          <a:xfrm>
            <a:off x="1396169" y="2421466"/>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405238167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8E266329-F3F7-427D-B93B-A4537EBE5C20}" type="datetimeFigureOut">
              <a:rPr lang="en-IN" smtClean="0"/>
              <a:t>16-02-2026</a:t>
            </a:fld>
            <a:endParaRPr lang="en-IN" dirty="0"/>
          </a:p>
        </p:txBody>
      </p:sp>
      <p:sp>
        <p:nvSpPr>
          <p:cNvPr id="4" name="Footer Placeholder 3"/>
          <p:cNvSpPr>
            <a:spLocks noGrp="1"/>
          </p:cNvSpPr>
          <p:nvPr>
            <p:ph type="ftr" sz="quarter" idx="11"/>
          </p:nvPr>
        </p:nvSpPr>
        <p:spPr/>
        <p:txBody>
          <a:bodyPr/>
          <a:lstStyle/>
          <a:p>
            <a:endParaRPr lang="en-IN" dirty="0"/>
          </a:p>
        </p:txBody>
      </p:sp>
      <p:sp>
        <p:nvSpPr>
          <p:cNvPr id="5" name="Slide Number Placeholder 4"/>
          <p:cNvSpPr>
            <a:spLocks noGrp="1"/>
          </p:cNvSpPr>
          <p:nvPr>
            <p:ph type="sldNum" sz="quarter" idx="12"/>
          </p:nvPr>
        </p:nvSpPr>
        <p:spPr/>
        <p:txBody>
          <a:bodyPr/>
          <a:lstStyle/>
          <a:p>
            <a:fld id="{5D322E25-8865-4496-B864-50B2712E4581}" type="slidenum">
              <a:rPr lang="en-IN" smtClean="0"/>
              <a:t>‹#›</a:t>
            </a:fld>
            <a:endParaRPr lang="en-IN" dirty="0"/>
          </a:p>
        </p:txBody>
      </p:sp>
      <p:cxnSp>
        <p:nvCxnSpPr>
          <p:cNvPr id="14" name="Straight Connector 13"/>
          <p:cNvCxnSpPr/>
          <p:nvPr/>
        </p:nvCxnSpPr>
        <p:spPr>
          <a:xfrm>
            <a:off x="1396169" y="2421466"/>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40021952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E266329-F3F7-427D-B93B-A4537EBE5C20}" type="datetimeFigureOut">
              <a:rPr lang="en-IN" smtClean="0"/>
              <a:t>16-02-2026</a:t>
            </a:fld>
            <a:endParaRPr lang="en-IN" dirty="0"/>
          </a:p>
        </p:txBody>
      </p:sp>
      <p:sp>
        <p:nvSpPr>
          <p:cNvPr id="3" name="Footer Placeholder 2"/>
          <p:cNvSpPr>
            <a:spLocks noGrp="1"/>
          </p:cNvSpPr>
          <p:nvPr>
            <p:ph type="ftr" sz="quarter" idx="11"/>
          </p:nvPr>
        </p:nvSpPr>
        <p:spPr/>
        <p:txBody>
          <a:bodyPr/>
          <a:lstStyle/>
          <a:p>
            <a:endParaRPr lang="en-IN" dirty="0"/>
          </a:p>
        </p:txBody>
      </p:sp>
      <p:sp>
        <p:nvSpPr>
          <p:cNvPr id="4" name="Slide Number Placeholder 3"/>
          <p:cNvSpPr>
            <a:spLocks noGrp="1"/>
          </p:cNvSpPr>
          <p:nvPr>
            <p:ph type="sldNum" sz="quarter" idx="12"/>
          </p:nvPr>
        </p:nvSpPr>
        <p:spPr/>
        <p:txBody>
          <a:bodyPr/>
          <a:lstStyle/>
          <a:p>
            <a:fld id="{5D322E25-8865-4496-B864-50B2712E4581}" type="slidenum">
              <a:rPr lang="en-IN" smtClean="0"/>
              <a:t>‹#›</a:t>
            </a:fld>
            <a:endParaRPr lang="en-IN" dirty="0"/>
          </a:p>
        </p:txBody>
      </p:sp>
    </p:spTree>
    <p:extLst>
      <p:ext uri="{BB962C8B-B14F-4D97-AF65-F5344CB8AC3E}">
        <p14:creationId xmlns:p14="http://schemas.microsoft.com/office/powerpoint/2010/main" val="162940201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293811" y="1388534"/>
            <a:ext cx="3718455" cy="1371600"/>
          </a:xfrm>
        </p:spPr>
        <p:txBody>
          <a:bodyPr anchor="b">
            <a:normAutofit/>
          </a:bodyPr>
          <a:lstStyle>
            <a:lvl1pPr algn="ctr">
              <a:defRPr sz="2400" b="0"/>
            </a:lvl1pPr>
          </a:lstStyle>
          <a:p>
            <a:r>
              <a:rPr lang="en-US"/>
              <a:t>Click to edit Master title style</a:t>
            </a:r>
            <a:endParaRPr lang="en-US" dirty="0"/>
          </a:p>
        </p:txBody>
      </p:sp>
      <p:sp>
        <p:nvSpPr>
          <p:cNvPr id="3" name="Content Placeholder 2"/>
          <p:cNvSpPr>
            <a:spLocks noGrp="1"/>
          </p:cNvSpPr>
          <p:nvPr>
            <p:ph idx="1"/>
          </p:nvPr>
        </p:nvSpPr>
        <p:spPr>
          <a:xfrm>
            <a:off x="5418668" y="982131"/>
            <a:ext cx="5469466" cy="4893735"/>
          </a:xfrm>
        </p:spPr>
        <p:txBody>
          <a:bodyPr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293811" y="3031065"/>
            <a:ext cx="3718455" cy="2438404"/>
          </a:xfrm>
        </p:spPr>
        <p:txBody>
          <a:bodyPr anchor="t">
            <a:normAutofit/>
          </a:bodyPr>
          <a:lstStyle>
            <a:lvl1pPr marL="0" indent="0" algn="ctr">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8E266329-F3F7-427D-B93B-A4537EBE5C20}" type="datetimeFigureOut">
              <a:rPr lang="en-IN" smtClean="0"/>
              <a:t>16-02-2026</a:t>
            </a:fld>
            <a:endParaRPr lang="en-IN" dirty="0"/>
          </a:p>
        </p:txBody>
      </p:sp>
      <p:sp>
        <p:nvSpPr>
          <p:cNvPr id="6" name="Footer Placeholder 5"/>
          <p:cNvSpPr>
            <a:spLocks noGrp="1"/>
          </p:cNvSpPr>
          <p:nvPr>
            <p:ph type="ftr" sz="quarter" idx="11"/>
          </p:nvPr>
        </p:nvSpPr>
        <p:spPr/>
        <p:txBody>
          <a:bodyPr/>
          <a:lstStyle/>
          <a:p>
            <a:endParaRPr lang="en-IN" dirty="0"/>
          </a:p>
        </p:txBody>
      </p:sp>
      <p:sp>
        <p:nvSpPr>
          <p:cNvPr id="7" name="Slide Number Placeholder 6"/>
          <p:cNvSpPr>
            <a:spLocks noGrp="1"/>
          </p:cNvSpPr>
          <p:nvPr>
            <p:ph type="sldNum" sz="quarter" idx="12"/>
          </p:nvPr>
        </p:nvSpPr>
        <p:spPr/>
        <p:txBody>
          <a:bodyPr/>
          <a:lstStyle/>
          <a:p>
            <a:fld id="{5D322E25-8865-4496-B864-50B2712E4581}" type="slidenum">
              <a:rPr lang="en-IN" smtClean="0"/>
              <a:t>‹#›</a:t>
            </a:fld>
            <a:endParaRPr lang="en-IN" dirty="0"/>
          </a:p>
        </p:txBody>
      </p:sp>
      <p:cxnSp>
        <p:nvCxnSpPr>
          <p:cNvPr id="16" name="Straight Connector 15"/>
          <p:cNvCxnSpPr/>
          <p:nvPr/>
        </p:nvCxnSpPr>
        <p:spPr>
          <a:xfrm>
            <a:off x="1396169" y="2912533"/>
            <a:ext cx="35144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35905730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295399" y="1883832"/>
            <a:ext cx="6241816" cy="1371600"/>
          </a:xfrm>
        </p:spPr>
        <p:txBody>
          <a:bodyPr anchor="b">
            <a:normAutofit/>
          </a:bodyPr>
          <a:lstStyle>
            <a:lvl1pPr algn="ctr">
              <a:defRPr sz="2800" b="0"/>
            </a:lvl1pPr>
          </a:lstStyle>
          <a:p>
            <a:r>
              <a:rPr lang="en-US"/>
              <a:t>Click to edit Master title style</a:t>
            </a:r>
            <a:endParaRPr lang="en-US" dirty="0"/>
          </a:p>
        </p:txBody>
      </p:sp>
      <p:sp>
        <p:nvSpPr>
          <p:cNvPr id="17" name="Picture Placeholder 2"/>
          <p:cNvSpPr>
            <a:spLocks noGrp="1" noChangeAspect="1"/>
          </p:cNvSpPr>
          <p:nvPr>
            <p:ph type="pic" idx="1"/>
          </p:nvPr>
        </p:nvSpPr>
        <p:spPr>
          <a:xfrm>
            <a:off x="8094831" y="1041400"/>
            <a:ext cx="3063347" cy="4775200"/>
          </a:xfrm>
          <a:prstGeom prst="roundRect">
            <a:avLst>
              <a:gd name="adj" fmla="val 0"/>
            </a:avLst>
          </a:prstGeom>
          <a:ln w="57150" cmpd="thickThin">
            <a:solidFill>
              <a:schemeClr val="tx1">
                <a:lumMod val="50000"/>
                <a:lumOff val="50000"/>
              </a:schemeClr>
            </a:solidFill>
            <a:miter lim="800000"/>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dirty="0"/>
              <a:t>Click icon to add picture</a:t>
            </a:r>
          </a:p>
        </p:txBody>
      </p:sp>
      <p:sp>
        <p:nvSpPr>
          <p:cNvPr id="4" name="Text Placeholder 3"/>
          <p:cNvSpPr>
            <a:spLocks noGrp="1"/>
          </p:cNvSpPr>
          <p:nvPr>
            <p:ph type="body" sz="half" idx="2"/>
          </p:nvPr>
        </p:nvSpPr>
        <p:spPr>
          <a:xfrm>
            <a:off x="1295399" y="3255432"/>
            <a:ext cx="6241816" cy="1828800"/>
          </a:xfrm>
        </p:spPr>
        <p:txBody>
          <a:bodyPr anchor="t">
            <a:normAutofit/>
          </a:bodyPr>
          <a:lstStyle>
            <a:lvl1pPr marL="0" indent="0" algn="ctr">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8E266329-F3F7-427D-B93B-A4537EBE5C20}" type="datetimeFigureOut">
              <a:rPr lang="en-IN" smtClean="0"/>
              <a:t>16-02-2026</a:t>
            </a:fld>
            <a:endParaRPr lang="en-IN" dirty="0"/>
          </a:p>
        </p:txBody>
      </p:sp>
      <p:sp>
        <p:nvSpPr>
          <p:cNvPr id="6" name="Footer Placeholder 5"/>
          <p:cNvSpPr>
            <a:spLocks noGrp="1"/>
          </p:cNvSpPr>
          <p:nvPr>
            <p:ph type="ftr" sz="quarter" idx="11"/>
          </p:nvPr>
        </p:nvSpPr>
        <p:spPr/>
        <p:txBody>
          <a:bodyPr/>
          <a:lstStyle/>
          <a:p>
            <a:endParaRPr lang="en-IN" dirty="0"/>
          </a:p>
        </p:txBody>
      </p:sp>
      <p:sp>
        <p:nvSpPr>
          <p:cNvPr id="7" name="Slide Number Placeholder 6"/>
          <p:cNvSpPr>
            <a:spLocks noGrp="1"/>
          </p:cNvSpPr>
          <p:nvPr>
            <p:ph type="sldNum" sz="quarter" idx="12"/>
          </p:nvPr>
        </p:nvSpPr>
        <p:spPr/>
        <p:txBody>
          <a:bodyPr/>
          <a:lstStyle/>
          <a:p>
            <a:fld id="{5D322E25-8865-4496-B864-50B2712E4581}" type="slidenum">
              <a:rPr lang="en-IN" smtClean="0"/>
              <a:t>‹#›</a:t>
            </a:fld>
            <a:endParaRPr lang="en-IN" dirty="0"/>
          </a:p>
        </p:txBody>
      </p:sp>
    </p:spTree>
    <p:extLst>
      <p:ext uri="{BB962C8B-B14F-4D97-AF65-F5344CB8AC3E}">
        <p14:creationId xmlns:p14="http://schemas.microsoft.com/office/powerpoint/2010/main" val="107783171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295401" y="4815415"/>
            <a:ext cx="9609666" cy="566738"/>
          </a:xfrm>
        </p:spPr>
        <p:txBody>
          <a:bodyPr anchor="b">
            <a:normAutofit/>
          </a:bodyPr>
          <a:lstStyle>
            <a:lvl1pPr algn="ctr">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1041427" y="1041399"/>
            <a:ext cx="10105972" cy="3335869"/>
          </a:xfrm>
          <a:prstGeom prst="roundRect">
            <a:avLst>
              <a:gd name="adj" fmla="val 0"/>
            </a:avLst>
          </a:prstGeom>
          <a:ln w="57150" cmpd="thickThin">
            <a:solidFill>
              <a:schemeClr val="tx1">
                <a:lumMod val="50000"/>
                <a:lumOff val="50000"/>
              </a:schemeClr>
            </a:solidFill>
            <a:miter lim="800000"/>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dirty="0"/>
              <a:t>Click icon to add picture</a:t>
            </a:r>
          </a:p>
        </p:txBody>
      </p:sp>
      <p:sp>
        <p:nvSpPr>
          <p:cNvPr id="4" name="Text Placeholder 3"/>
          <p:cNvSpPr>
            <a:spLocks noGrp="1"/>
          </p:cNvSpPr>
          <p:nvPr>
            <p:ph type="body" sz="half" idx="2"/>
          </p:nvPr>
        </p:nvSpPr>
        <p:spPr>
          <a:xfrm>
            <a:off x="1295401" y="5382153"/>
            <a:ext cx="9609666" cy="493712"/>
          </a:xfrm>
        </p:spPr>
        <p:txBody>
          <a:bodyPr>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8E266329-F3F7-427D-B93B-A4537EBE5C20}" type="datetimeFigureOut">
              <a:rPr lang="en-IN" smtClean="0"/>
              <a:t>16-02-2026</a:t>
            </a:fld>
            <a:endParaRPr lang="en-IN" dirty="0"/>
          </a:p>
        </p:txBody>
      </p:sp>
      <p:sp>
        <p:nvSpPr>
          <p:cNvPr id="6" name="Footer Placeholder 5"/>
          <p:cNvSpPr>
            <a:spLocks noGrp="1"/>
          </p:cNvSpPr>
          <p:nvPr>
            <p:ph type="ftr" sz="quarter" idx="11"/>
          </p:nvPr>
        </p:nvSpPr>
        <p:spPr/>
        <p:txBody>
          <a:bodyPr/>
          <a:lstStyle/>
          <a:p>
            <a:endParaRPr lang="en-IN" dirty="0"/>
          </a:p>
        </p:txBody>
      </p:sp>
      <p:sp>
        <p:nvSpPr>
          <p:cNvPr id="7" name="Slide Number Placeholder 6"/>
          <p:cNvSpPr>
            <a:spLocks noGrp="1"/>
          </p:cNvSpPr>
          <p:nvPr>
            <p:ph type="sldNum" sz="quarter" idx="12"/>
          </p:nvPr>
        </p:nvSpPr>
        <p:spPr/>
        <p:txBody>
          <a:bodyPr/>
          <a:lstStyle/>
          <a:p>
            <a:fld id="{5D322E25-8865-4496-B864-50B2712E4581}" type="slidenum">
              <a:rPr lang="en-IN" smtClean="0"/>
              <a:t>‹#›</a:t>
            </a:fld>
            <a:endParaRPr lang="en-IN" dirty="0"/>
          </a:p>
        </p:txBody>
      </p:sp>
    </p:spTree>
    <p:extLst>
      <p:ext uri="{BB962C8B-B14F-4D97-AF65-F5344CB8AC3E}">
        <p14:creationId xmlns:p14="http://schemas.microsoft.com/office/powerpoint/2010/main" val="202283501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1303868" y="982132"/>
            <a:ext cx="9592732" cy="2954868"/>
          </a:xfrm>
        </p:spPr>
        <p:txBody>
          <a:bodyPr anchor="ctr">
            <a:normAutofit/>
          </a:bodyPr>
          <a:lstStyle>
            <a:lvl1pPr algn="ctr">
              <a:defRPr sz="3200" b="0" cap="none"/>
            </a:lvl1pPr>
          </a:lstStyle>
          <a:p>
            <a:r>
              <a:rPr lang="en-US"/>
              <a:t>Click to edit Master title style</a:t>
            </a:r>
            <a:endParaRPr lang="en-US" dirty="0"/>
          </a:p>
        </p:txBody>
      </p:sp>
      <p:sp>
        <p:nvSpPr>
          <p:cNvPr id="3" name="Text Placeholder 2"/>
          <p:cNvSpPr>
            <a:spLocks noGrp="1"/>
          </p:cNvSpPr>
          <p:nvPr>
            <p:ph type="body" idx="1"/>
          </p:nvPr>
        </p:nvSpPr>
        <p:spPr>
          <a:xfrm>
            <a:off x="1303868" y="4343399"/>
            <a:ext cx="9592732" cy="1532467"/>
          </a:xfrm>
        </p:spPr>
        <p:txBody>
          <a:bodyPr anchor="ctr">
            <a:normAutofit/>
          </a:bodyPr>
          <a:lstStyle>
            <a:lvl1pPr marL="0" indent="0" algn="ct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8E266329-F3F7-427D-B93B-A4537EBE5C20}" type="datetimeFigureOut">
              <a:rPr lang="en-IN" smtClean="0"/>
              <a:t>16-02-2026</a:t>
            </a:fld>
            <a:endParaRPr lang="en-IN" dirty="0"/>
          </a:p>
        </p:txBody>
      </p:sp>
      <p:sp>
        <p:nvSpPr>
          <p:cNvPr id="5" name="Footer Placeholder 4"/>
          <p:cNvSpPr>
            <a:spLocks noGrp="1"/>
          </p:cNvSpPr>
          <p:nvPr>
            <p:ph type="ftr" sz="quarter" idx="11"/>
          </p:nvPr>
        </p:nvSpPr>
        <p:spPr/>
        <p:txBody>
          <a:bodyPr/>
          <a:lstStyle/>
          <a:p>
            <a:endParaRPr lang="en-IN" dirty="0"/>
          </a:p>
        </p:txBody>
      </p:sp>
      <p:sp>
        <p:nvSpPr>
          <p:cNvPr id="6" name="Slide Number Placeholder 5"/>
          <p:cNvSpPr>
            <a:spLocks noGrp="1"/>
          </p:cNvSpPr>
          <p:nvPr>
            <p:ph type="sldNum" sz="quarter" idx="12"/>
          </p:nvPr>
        </p:nvSpPr>
        <p:spPr/>
        <p:txBody>
          <a:bodyPr/>
          <a:lstStyle/>
          <a:p>
            <a:fld id="{5D322E25-8865-4496-B864-50B2712E4581}" type="slidenum">
              <a:rPr lang="en-IN" smtClean="0"/>
              <a:t>‹#›</a:t>
            </a:fld>
            <a:endParaRPr lang="en-IN" dirty="0"/>
          </a:p>
        </p:txBody>
      </p:sp>
      <p:cxnSp>
        <p:nvCxnSpPr>
          <p:cNvPr id="15" name="Straight Connector 14"/>
          <p:cNvCxnSpPr/>
          <p:nvPr/>
        </p:nvCxnSpPr>
        <p:spPr>
          <a:xfrm>
            <a:off x="1396169" y="4140199"/>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899437278"/>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46213" y="982132"/>
            <a:ext cx="9296398" cy="2370668"/>
          </a:xfrm>
        </p:spPr>
        <p:txBody>
          <a:bodyPr anchor="ctr">
            <a:normAutofit/>
          </a:bodyPr>
          <a:lstStyle>
            <a:lvl1pPr algn="ctr">
              <a:defRPr sz="3200" b="0" cap="none">
                <a:solidFill>
                  <a:schemeClr val="tx1"/>
                </a:solidFill>
              </a:defRPr>
            </a:lvl1pPr>
          </a:lstStyle>
          <a:p>
            <a:r>
              <a:rPr lang="en-US"/>
              <a:t>Click to edit Master title style</a:t>
            </a:r>
            <a:endParaRPr lang="en-US" dirty="0"/>
          </a:p>
        </p:txBody>
      </p:sp>
      <p:sp>
        <p:nvSpPr>
          <p:cNvPr id="10" name="Text Placeholder 9"/>
          <p:cNvSpPr>
            <a:spLocks noGrp="1"/>
          </p:cNvSpPr>
          <p:nvPr>
            <p:ph type="body" sz="quarter" idx="13"/>
          </p:nvPr>
        </p:nvSpPr>
        <p:spPr>
          <a:xfrm>
            <a:off x="1674812" y="3352800"/>
            <a:ext cx="8839202" cy="584200"/>
          </a:xfrm>
        </p:spPr>
        <p:txBody>
          <a:bodyPr anchor="ctr">
            <a:normAutofit/>
          </a:bodyPr>
          <a:lstStyle>
            <a:lvl1pPr marL="0" indent="0" algn="r">
              <a:buFontTx/>
              <a:buNone/>
              <a:defRPr sz="2000"/>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1295401" y="4343399"/>
            <a:ext cx="9609666" cy="1532467"/>
          </a:xfrm>
        </p:spPr>
        <p:txBody>
          <a:bodyPr anchor="ctr">
            <a:normAutofit/>
          </a:bodyPr>
          <a:lstStyle>
            <a:lvl1pPr marL="0" indent="0" algn="ct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8E266329-F3F7-427D-B93B-A4537EBE5C20}" type="datetimeFigureOut">
              <a:rPr lang="en-IN" smtClean="0"/>
              <a:t>16-02-2026</a:t>
            </a:fld>
            <a:endParaRPr lang="en-IN" dirty="0"/>
          </a:p>
        </p:txBody>
      </p:sp>
      <p:sp>
        <p:nvSpPr>
          <p:cNvPr id="5" name="Footer Placeholder 4"/>
          <p:cNvSpPr>
            <a:spLocks noGrp="1"/>
          </p:cNvSpPr>
          <p:nvPr>
            <p:ph type="ftr" sz="quarter" idx="11"/>
          </p:nvPr>
        </p:nvSpPr>
        <p:spPr/>
        <p:txBody>
          <a:bodyPr/>
          <a:lstStyle/>
          <a:p>
            <a:endParaRPr lang="en-IN" dirty="0"/>
          </a:p>
        </p:txBody>
      </p:sp>
      <p:sp>
        <p:nvSpPr>
          <p:cNvPr id="6" name="Slide Number Placeholder 5"/>
          <p:cNvSpPr>
            <a:spLocks noGrp="1"/>
          </p:cNvSpPr>
          <p:nvPr>
            <p:ph type="sldNum" sz="quarter" idx="12"/>
          </p:nvPr>
        </p:nvSpPr>
        <p:spPr/>
        <p:txBody>
          <a:bodyPr/>
          <a:lstStyle/>
          <a:p>
            <a:fld id="{5D322E25-8865-4496-B864-50B2712E4581}" type="slidenum">
              <a:rPr lang="en-IN" smtClean="0"/>
              <a:t>‹#›</a:t>
            </a:fld>
            <a:endParaRPr lang="en-IN" dirty="0"/>
          </a:p>
        </p:txBody>
      </p:sp>
      <p:sp>
        <p:nvSpPr>
          <p:cNvPr id="14" name="TextBox 13"/>
          <p:cNvSpPr txBox="1"/>
          <p:nvPr/>
        </p:nvSpPr>
        <p:spPr>
          <a:xfrm>
            <a:off x="862013" y="879961"/>
            <a:ext cx="609600" cy="584776"/>
          </a:xfrm>
          <a:prstGeom prst="rect">
            <a:avLst/>
          </a:prstGeom>
        </p:spPr>
        <p:txBody>
          <a:bodyPr vert="horz" lIns="91440" tIns="45720" rIns="91440" bIns="45720" rtlCol="0" anchor="ctr">
            <a:noAutofit/>
          </a:bodyPr>
          <a:lstStyle/>
          <a:p>
            <a:pPr lvl="0"/>
            <a:r>
              <a:rPr lang="en-US" sz="8000" dirty="0">
                <a:solidFill>
                  <a:schemeClr val="tx1"/>
                </a:solidFill>
                <a:effectLst/>
              </a:rPr>
              <a:t>“</a:t>
            </a:r>
          </a:p>
        </p:txBody>
      </p:sp>
      <p:sp>
        <p:nvSpPr>
          <p:cNvPr id="15" name="TextBox 14"/>
          <p:cNvSpPr txBox="1"/>
          <p:nvPr/>
        </p:nvSpPr>
        <p:spPr>
          <a:xfrm>
            <a:off x="10600267" y="2827870"/>
            <a:ext cx="609600" cy="584776"/>
          </a:xfrm>
          <a:prstGeom prst="rect">
            <a:avLst/>
          </a:prstGeom>
        </p:spPr>
        <p:txBody>
          <a:bodyPr vert="horz" lIns="91440" tIns="45720" rIns="91440" bIns="45720" rtlCol="0" anchor="ctr">
            <a:noAutofit/>
          </a:bodyPr>
          <a:lstStyle/>
          <a:p>
            <a:pPr lvl="0" algn="r"/>
            <a:r>
              <a:rPr lang="en-US" sz="8000" dirty="0">
                <a:solidFill>
                  <a:schemeClr val="tx1"/>
                </a:solidFill>
                <a:effectLst/>
              </a:rPr>
              <a:t>”</a:t>
            </a:r>
          </a:p>
        </p:txBody>
      </p:sp>
      <p:cxnSp>
        <p:nvCxnSpPr>
          <p:cNvPr id="19" name="Straight Connector 18"/>
          <p:cNvCxnSpPr/>
          <p:nvPr/>
        </p:nvCxnSpPr>
        <p:spPr>
          <a:xfrm>
            <a:off x="1396169" y="4140199"/>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4268526335"/>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1295402" y="3308581"/>
            <a:ext cx="9609668" cy="1468800"/>
          </a:xfrm>
        </p:spPr>
        <p:txBody>
          <a:bodyPr anchor="b">
            <a:normAutofit/>
          </a:bodyPr>
          <a:lstStyle>
            <a:lvl1pPr algn="l">
              <a:defRPr sz="3200" b="0" cap="none"/>
            </a:lvl1pPr>
          </a:lstStyle>
          <a:p>
            <a:r>
              <a:rPr lang="en-US"/>
              <a:t>Click to edit Master title style</a:t>
            </a:r>
            <a:endParaRPr lang="en-US" dirty="0"/>
          </a:p>
        </p:txBody>
      </p:sp>
      <p:sp>
        <p:nvSpPr>
          <p:cNvPr id="3" name="Text Placeholder 2"/>
          <p:cNvSpPr>
            <a:spLocks noGrp="1"/>
          </p:cNvSpPr>
          <p:nvPr>
            <p:ph type="body" idx="1"/>
          </p:nvPr>
        </p:nvSpPr>
        <p:spPr>
          <a:xfrm>
            <a:off x="1295401" y="4777381"/>
            <a:ext cx="9609668" cy="860400"/>
          </a:xfrm>
        </p:spPr>
        <p:txBody>
          <a:bodyPr anchor="t">
            <a:normAutofit/>
          </a:bodyPr>
          <a:lstStyle>
            <a:lvl1pPr marL="0" indent="0" algn="l">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8E266329-F3F7-427D-B93B-A4537EBE5C20}" type="datetimeFigureOut">
              <a:rPr lang="en-IN" smtClean="0"/>
              <a:t>16-02-2026</a:t>
            </a:fld>
            <a:endParaRPr lang="en-IN" dirty="0"/>
          </a:p>
        </p:txBody>
      </p:sp>
      <p:sp>
        <p:nvSpPr>
          <p:cNvPr id="5" name="Footer Placeholder 4"/>
          <p:cNvSpPr>
            <a:spLocks noGrp="1"/>
          </p:cNvSpPr>
          <p:nvPr>
            <p:ph type="ftr" sz="quarter" idx="11"/>
          </p:nvPr>
        </p:nvSpPr>
        <p:spPr/>
        <p:txBody>
          <a:bodyPr/>
          <a:lstStyle/>
          <a:p>
            <a:endParaRPr lang="en-IN" dirty="0"/>
          </a:p>
        </p:txBody>
      </p:sp>
      <p:sp>
        <p:nvSpPr>
          <p:cNvPr id="6" name="Slide Number Placeholder 5"/>
          <p:cNvSpPr>
            <a:spLocks noGrp="1"/>
          </p:cNvSpPr>
          <p:nvPr>
            <p:ph type="sldNum" sz="quarter" idx="12"/>
          </p:nvPr>
        </p:nvSpPr>
        <p:spPr/>
        <p:txBody>
          <a:bodyPr/>
          <a:lstStyle/>
          <a:p>
            <a:fld id="{5D322E25-8865-4496-B864-50B2712E4581}" type="slidenum">
              <a:rPr lang="en-IN" smtClean="0"/>
              <a:t>‹#›</a:t>
            </a:fld>
            <a:endParaRPr lang="en-IN" dirty="0"/>
          </a:p>
        </p:txBody>
      </p:sp>
    </p:spTree>
    <p:extLst>
      <p:ext uri="{BB962C8B-B14F-4D97-AF65-F5344CB8AC3E}">
        <p14:creationId xmlns:p14="http://schemas.microsoft.com/office/powerpoint/2010/main" val="4098374241"/>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1446213" y="982132"/>
            <a:ext cx="9296398" cy="2243668"/>
          </a:xfrm>
        </p:spPr>
        <p:txBody>
          <a:bodyPr anchor="ctr">
            <a:normAutofit/>
          </a:bodyPr>
          <a:lstStyle>
            <a:lvl1pPr algn="ctr">
              <a:defRPr sz="3200" b="0" cap="none">
                <a:solidFill>
                  <a:schemeClr val="tx1"/>
                </a:solidFill>
              </a:defRPr>
            </a:lvl1pPr>
          </a:lstStyle>
          <a:p>
            <a:r>
              <a:rPr lang="en-US"/>
              <a:t>Click to edit Master title style</a:t>
            </a:r>
            <a:endParaRPr lang="en-US" dirty="0"/>
          </a:p>
        </p:txBody>
      </p:sp>
      <p:sp>
        <p:nvSpPr>
          <p:cNvPr id="23" name="Text Placeholder 2"/>
          <p:cNvSpPr>
            <a:spLocks noGrp="1"/>
          </p:cNvSpPr>
          <p:nvPr>
            <p:ph type="body" idx="13"/>
          </p:nvPr>
        </p:nvSpPr>
        <p:spPr>
          <a:xfrm>
            <a:off x="1295401" y="3639312"/>
            <a:ext cx="9609668" cy="886968"/>
          </a:xfrm>
        </p:spPr>
        <p:txBody>
          <a:bodyPr anchor="b">
            <a:normAutofit/>
          </a:bodyPr>
          <a:lstStyle>
            <a:lvl1pPr marL="0" indent="0" algn="l">
              <a:spcBef>
                <a:spcPts val="0"/>
              </a:spcBef>
              <a:buNone/>
              <a:defRPr sz="24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3" name="Text Placeholder 2"/>
          <p:cNvSpPr>
            <a:spLocks noGrp="1"/>
          </p:cNvSpPr>
          <p:nvPr>
            <p:ph type="body" idx="1"/>
          </p:nvPr>
        </p:nvSpPr>
        <p:spPr>
          <a:xfrm>
            <a:off x="1295401" y="4529667"/>
            <a:ext cx="9609668" cy="1346200"/>
          </a:xfrm>
        </p:spPr>
        <p:txBody>
          <a:bodyPr anchor="t">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8E266329-F3F7-427D-B93B-A4537EBE5C20}" type="datetimeFigureOut">
              <a:rPr lang="en-IN" smtClean="0"/>
              <a:t>16-02-2026</a:t>
            </a:fld>
            <a:endParaRPr lang="en-IN" dirty="0"/>
          </a:p>
        </p:txBody>
      </p:sp>
      <p:sp>
        <p:nvSpPr>
          <p:cNvPr id="5" name="Footer Placeholder 4"/>
          <p:cNvSpPr>
            <a:spLocks noGrp="1"/>
          </p:cNvSpPr>
          <p:nvPr>
            <p:ph type="ftr" sz="quarter" idx="11"/>
          </p:nvPr>
        </p:nvSpPr>
        <p:spPr/>
        <p:txBody>
          <a:bodyPr/>
          <a:lstStyle/>
          <a:p>
            <a:endParaRPr lang="en-IN" dirty="0"/>
          </a:p>
        </p:txBody>
      </p:sp>
      <p:sp>
        <p:nvSpPr>
          <p:cNvPr id="6" name="Slide Number Placeholder 5"/>
          <p:cNvSpPr>
            <a:spLocks noGrp="1"/>
          </p:cNvSpPr>
          <p:nvPr>
            <p:ph type="sldNum" sz="quarter" idx="12"/>
          </p:nvPr>
        </p:nvSpPr>
        <p:spPr/>
        <p:txBody>
          <a:bodyPr/>
          <a:lstStyle/>
          <a:p>
            <a:fld id="{5D322E25-8865-4496-B864-50B2712E4581}" type="slidenum">
              <a:rPr lang="en-IN" smtClean="0"/>
              <a:t>‹#›</a:t>
            </a:fld>
            <a:endParaRPr lang="en-IN" dirty="0"/>
          </a:p>
        </p:txBody>
      </p:sp>
      <p:sp>
        <p:nvSpPr>
          <p:cNvPr id="12" name="TextBox 11"/>
          <p:cNvSpPr txBox="1"/>
          <p:nvPr/>
        </p:nvSpPr>
        <p:spPr>
          <a:xfrm>
            <a:off x="862013" y="879961"/>
            <a:ext cx="609600" cy="584776"/>
          </a:xfrm>
          <a:prstGeom prst="rect">
            <a:avLst/>
          </a:prstGeom>
        </p:spPr>
        <p:txBody>
          <a:bodyPr vert="horz" lIns="91440" tIns="45720" rIns="91440" bIns="45720" rtlCol="0" anchor="ctr">
            <a:noAutofit/>
          </a:bodyPr>
          <a:lstStyle/>
          <a:p>
            <a:pPr lvl="0"/>
            <a:r>
              <a:rPr lang="en-US" sz="8000" dirty="0">
                <a:solidFill>
                  <a:schemeClr val="tx1"/>
                </a:solidFill>
                <a:effectLst/>
              </a:rPr>
              <a:t>“</a:t>
            </a:r>
          </a:p>
        </p:txBody>
      </p:sp>
      <p:sp>
        <p:nvSpPr>
          <p:cNvPr id="13" name="TextBox 12"/>
          <p:cNvSpPr txBox="1"/>
          <p:nvPr/>
        </p:nvSpPr>
        <p:spPr>
          <a:xfrm>
            <a:off x="10600267" y="2599261"/>
            <a:ext cx="609600" cy="584776"/>
          </a:xfrm>
          <a:prstGeom prst="rect">
            <a:avLst/>
          </a:prstGeom>
        </p:spPr>
        <p:txBody>
          <a:bodyPr vert="horz" lIns="91440" tIns="45720" rIns="91440" bIns="45720" rtlCol="0" anchor="ctr">
            <a:noAutofit/>
          </a:bodyPr>
          <a:lstStyle/>
          <a:p>
            <a:pPr lvl="0" algn="r"/>
            <a:r>
              <a:rPr lang="en-US" sz="8000" dirty="0">
                <a:solidFill>
                  <a:schemeClr val="tx1"/>
                </a:solidFill>
                <a:effectLst/>
              </a:rPr>
              <a:t>”</a:t>
            </a:r>
          </a:p>
        </p:txBody>
      </p:sp>
      <p:cxnSp>
        <p:nvCxnSpPr>
          <p:cNvPr id="26" name="Straight Connector 25"/>
          <p:cNvCxnSpPr/>
          <p:nvPr/>
        </p:nvCxnSpPr>
        <p:spPr>
          <a:xfrm>
            <a:off x="1396169" y="3429000"/>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506864595"/>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1295401" y="982132"/>
            <a:ext cx="9609666" cy="2243668"/>
          </a:xfrm>
        </p:spPr>
        <p:txBody>
          <a:bodyPr vert="horz" lIns="91440" tIns="45720" rIns="91440" bIns="45720" rtlCol="0" anchor="ctr">
            <a:normAutofit/>
          </a:bodyPr>
          <a:lstStyle>
            <a:lvl1pPr>
              <a:defRPr lang="en-US" b="0" dirty="0"/>
            </a:lvl1pPr>
          </a:lstStyle>
          <a:p>
            <a:pPr marL="0" lvl="0"/>
            <a:r>
              <a:rPr lang="en-US"/>
              <a:t>Click to edit Master title style</a:t>
            </a:r>
            <a:endParaRPr lang="en-US" dirty="0"/>
          </a:p>
        </p:txBody>
      </p:sp>
      <p:sp>
        <p:nvSpPr>
          <p:cNvPr id="20" name="Text Placeholder 2"/>
          <p:cNvSpPr>
            <a:spLocks noGrp="1"/>
          </p:cNvSpPr>
          <p:nvPr>
            <p:ph type="body" idx="13"/>
          </p:nvPr>
        </p:nvSpPr>
        <p:spPr>
          <a:xfrm>
            <a:off x="1295401" y="3630168"/>
            <a:ext cx="9609668" cy="841248"/>
          </a:xfrm>
        </p:spPr>
        <p:txBody>
          <a:bodyPr anchor="b">
            <a:normAutofit/>
          </a:bodyPr>
          <a:lstStyle>
            <a:lvl1pPr marL="0" indent="0" algn="l">
              <a:spcBef>
                <a:spcPts val="0"/>
              </a:spcBef>
              <a:buNone/>
              <a:defRPr sz="2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3" name="Text Placeholder 2"/>
          <p:cNvSpPr>
            <a:spLocks noGrp="1"/>
          </p:cNvSpPr>
          <p:nvPr>
            <p:ph type="body" idx="1"/>
          </p:nvPr>
        </p:nvSpPr>
        <p:spPr>
          <a:xfrm>
            <a:off x="1295400" y="4470399"/>
            <a:ext cx="9609670" cy="1405467"/>
          </a:xfrm>
        </p:spPr>
        <p:txBody>
          <a:bodyPr anchor="t">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8E266329-F3F7-427D-B93B-A4537EBE5C20}" type="datetimeFigureOut">
              <a:rPr lang="en-IN" smtClean="0"/>
              <a:t>16-02-2026</a:t>
            </a:fld>
            <a:endParaRPr lang="en-IN" dirty="0"/>
          </a:p>
        </p:txBody>
      </p:sp>
      <p:sp>
        <p:nvSpPr>
          <p:cNvPr id="5" name="Footer Placeholder 4"/>
          <p:cNvSpPr>
            <a:spLocks noGrp="1"/>
          </p:cNvSpPr>
          <p:nvPr>
            <p:ph type="ftr" sz="quarter" idx="11"/>
          </p:nvPr>
        </p:nvSpPr>
        <p:spPr/>
        <p:txBody>
          <a:bodyPr/>
          <a:lstStyle/>
          <a:p>
            <a:endParaRPr lang="en-IN" dirty="0"/>
          </a:p>
        </p:txBody>
      </p:sp>
      <p:sp>
        <p:nvSpPr>
          <p:cNvPr id="6" name="Slide Number Placeholder 5"/>
          <p:cNvSpPr>
            <a:spLocks noGrp="1"/>
          </p:cNvSpPr>
          <p:nvPr>
            <p:ph type="sldNum" sz="quarter" idx="12"/>
          </p:nvPr>
        </p:nvSpPr>
        <p:spPr/>
        <p:txBody>
          <a:bodyPr/>
          <a:lstStyle/>
          <a:p>
            <a:fld id="{5D322E25-8865-4496-B864-50B2712E4581}" type="slidenum">
              <a:rPr lang="en-IN" smtClean="0"/>
              <a:t>‹#›</a:t>
            </a:fld>
            <a:endParaRPr lang="en-IN" dirty="0"/>
          </a:p>
        </p:txBody>
      </p:sp>
      <p:cxnSp>
        <p:nvCxnSpPr>
          <p:cNvPr id="15" name="Straight Connector 14"/>
          <p:cNvCxnSpPr/>
          <p:nvPr/>
        </p:nvCxnSpPr>
        <p:spPr>
          <a:xfrm>
            <a:off x="1396169" y="3429000"/>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258860513"/>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lgn="ctr">
              <a:defRPr/>
            </a:lvl1p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E266329-F3F7-427D-B93B-A4537EBE5C20}" type="datetimeFigureOut">
              <a:rPr lang="en-IN" smtClean="0"/>
              <a:t>16-02-2026</a:t>
            </a:fld>
            <a:endParaRPr lang="en-IN" dirty="0"/>
          </a:p>
        </p:txBody>
      </p:sp>
      <p:sp>
        <p:nvSpPr>
          <p:cNvPr id="5" name="Footer Placeholder 4"/>
          <p:cNvSpPr>
            <a:spLocks noGrp="1"/>
          </p:cNvSpPr>
          <p:nvPr>
            <p:ph type="ftr" sz="quarter" idx="11"/>
          </p:nvPr>
        </p:nvSpPr>
        <p:spPr/>
        <p:txBody>
          <a:bodyPr/>
          <a:lstStyle/>
          <a:p>
            <a:endParaRPr lang="en-IN" dirty="0"/>
          </a:p>
        </p:txBody>
      </p:sp>
      <p:sp>
        <p:nvSpPr>
          <p:cNvPr id="6" name="Slide Number Placeholder 5"/>
          <p:cNvSpPr>
            <a:spLocks noGrp="1"/>
          </p:cNvSpPr>
          <p:nvPr>
            <p:ph type="sldNum" sz="quarter" idx="12"/>
          </p:nvPr>
        </p:nvSpPr>
        <p:spPr/>
        <p:txBody>
          <a:bodyPr/>
          <a:lstStyle/>
          <a:p>
            <a:fld id="{5D322E25-8865-4496-B864-50B2712E4581}" type="slidenum">
              <a:rPr lang="en-IN" smtClean="0"/>
              <a:t>‹#›</a:t>
            </a:fld>
            <a:endParaRPr lang="en-IN" dirty="0"/>
          </a:p>
        </p:txBody>
      </p:sp>
      <p:cxnSp>
        <p:nvCxnSpPr>
          <p:cNvPr id="14" name="Straight Connector 13"/>
          <p:cNvCxnSpPr/>
          <p:nvPr/>
        </p:nvCxnSpPr>
        <p:spPr>
          <a:xfrm>
            <a:off x="1396169" y="2421466"/>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418941596"/>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999356" y="982131"/>
            <a:ext cx="1890895" cy="4893735"/>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1295398" y="982132"/>
            <a:ext cx="7433025" cy="4893734"/>
          </a:xfrm>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E266329-F3F7-427D-B93B-A4537EBE5C20}" type="datetimeFigureOut">
              <a:rPr lang="en-IN" smtClean="0"/>
              <a:t>16-02-2026</a:t>
            </a:fld>
            <a:endParaRPr lang="en-IN" dirty="0"/>
          </a:p>
        </p:txBody>
      </p:sp>
      <p:sp>
        <p:nvSpPr>
          <p:cNvPr id="5" name="Footer Placeholder 4"/>
          <p:cNvSpPr>
            <a:spLocks noGrp="1"/>
          </p:cNvSpPr>
          <p:nvPr>
            <p:ph type="ftr" sz="quarter" idx="11"/>
          </p:nvPr>
        </p:nvSpPr>
        <p:spPr/>
        <p:txBody>
          <a:bodyPr/>
          <a:lstStyle/>
          <a:p>
            <a:endParaRPr lang="en-IN" dirty="0"/>
          </a:p>
        </p:txBody>
      </p:sp>
      <p:sp>
        <p:nvSpPr>
          <p:cNvPr id="6" name="Slide Number Placeholder 5"/>
          <p:cNvSpPr>
            <a:spLocks noGrp="1"/>
          </p:cNvSpPr>
          <p:nvPr>
            <p:ph type="sldNum" sz="quarter" idx="12"/>
          </p:nvPr>
        </p:nvSpPr>
        <p:spPr/>
        <p:txBody>
          <a:bodyPr/>
          <a:lstStyle/>
          <a:p>
            <a:fld id="{5D322E25-8865-4496-B864-50B2712E4581}" type="slidenum">
              <a:rPr lang="en-IN" smtClean="0"/>
              <a:t>‹#›</a:t>
            </a:fld>
            <a:endParaRPr lang="en-IN" dirty="0"/>
          </a:p>
        </p:txBody>
      </p:sp>
      <p:cxnSp>
        <p:nvCxnSpPr>
          <p:cNvPr id="14" name="Straight Connector 13"/>
          <p:cNvCxnSpPr/>
          <p:nvPr/>
        </p:nvCxnSpPr>
        <p:spPr>
          <a:xfrm>
            <a:off x="8863890" y="990600"/>
            <a:ext cx="0" cy="487680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03578629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image" Target="../media/image4.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3.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1"/>
      </p:bgRef>
    </p:bg>
    <p:spTree>
      <p:nvGrpSpPr>
        <p:cNvPr id="1" name=""/>
        <p:cNvGrpSpPr/>
        <p:nvPr/>
      </p:nvGrpSpPr>
      <p:grpSpPr>
        <a:xfrm>
          <a:off x="0" y="0"/>
          <a:ext cx="0" cy="0"/>
          <a:chOff x="0" y="0"/>
          <a:chExt cx="0" cy="0"/>
        </a:xfrm>
      </p:grpSpPr>
      <p:grpSp>
        <p:nvGrpSpPr>
          <p:cNvPr id="7" name="Group 6"/>
          <p:cNvGrpSpPr/>
          <p:nvPr/>
        </p:nvGrpSpPr>
        <p:grpSpPr>
          <a:xfrm>
            <a:off x="-15736" y="0"/>
            <a:ext cx="12229962" cy="6856214"/>
            <a:chOff x="-15736" y="0"/>
            <a:chExt cx="12229962" cy="6856214"/>
          </a:xfrm>
        </p:grpSpPr>
        <p:pic>
          <p:nvPicPr>
            <p:cNvPr id="8" name="Picture 7" descr="HD-PanelContent.png"/>
            <p:cNvPicPr>
              <a:picLocks noChangeAspect="1"/>
            </p:cNvPicPr>
            <p:nvPr/>
          </p:nvPicPr>
          <p:blipFill>
            <a:blip r:embed="rId19">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9" name="Rectangle 8"/>
            <p:cNvSpPr/>
            <p:nvPr/>
          </p:nvSpPr>
          <p:spPr>
            <a:xfrm>
              <a:off x="608012" y="609600"/>
              <a:ext cx="10972800" cy="5638800"/>
            </a:xfrm>
            <a:prstGeom prst="rect">
              <a:avLst/>
            </a:prstGeom>
            <a:noFill/>
            <a:ln w="15875" cap="flat">
              <a:miter lim="800000"/>
            </a:ln>
          </p:spPr>
          <p:style>
            <a:lnRef idx="1">
              <a:schemeClr val="accent1"/>
            </a:lnRef>
            <a:fillRef idx="3">
              <a:schemeClr val="accent1"/>
            </a:fillRef>
            <a:effectRef idx="2">
              <a:schemeClr val="accent1"/>
            </a:effectRef>
            <a:fontRef idx="minor">
              <a:schemeClr val="lt1"/>
            </a:fontRef>
          </p:style>
          <p:txBody>
            <a:bodyPr/>
            <a:lstStyle/>
            <a:p>
              <a:endParaRPr lang="en-IN" dirty="0"/>
            </a:p>
          </p:txBody>
        </p:sp>
        <p:pic>
          <p:nvPicPr>
            <p:cNvPr id="10" name="Picture 9" descr="HDRibbonContent-UniformTrim.png"/>
            <p:cNvPicPr>
              <a:picLocks noChangeAspect="1"/>
            </p:cNvPicPr>
            <p:nvPr/>
          </p:nvPicPr>
          <p:blipFill rotWithShape="1">
            <a:blip r:embed="rId20">
              <a:extLst>
                <a:ext uri="{28A0092B-C50C-407E-A947-70E740481C1C}">
                  <a14:useLocalDpi xmlns:a14="http://schemas.microsoft.com/office/drawing/2010/main" val="0"/>
                </a:ext>
              </a:extLst>
            </a:blip>
            <a:srcRect/>
            <a:stretch/>
          </p:blipFill>
          <p:spPr>
            <a:xfrm>
              <a:off x="-15736" y="3153832"/>
              <a:ext cx="777240" cy="606425"/>
            </a:xfrm>
            <a:prstGeom prst="rect">
              <a:avLst/>
            </a:prstGeom>
          </p:spPr>
        </p:pic>
        <p:pic>
          <p:nvPicPr>
            <p:cNvPr id="11" name="Picture 10" descr="HDRibbonContent-UniformTrim.png"/>
            <p:cNvPicPr>
              <a:picLocks noChangeAspect="1"/>
            </p:cNvPicPr>
            <p:nvPr/>
          </p:nvPicPr>
          <p:blipFill rotWithShape="1">
            <a:blip r:embed="rId20">
              <a:extLst>
                <a:ext uri="{28A0092B-C50C-407E-A947-70E740481C1C}">
                  <a14:useLocalDpi xmlns:a14="http://schemas.microsoft.com/office/drawing/2010/main" val="0"/>
                </a:ext>
              </a:extLst>
            </a:blip>
            <a:srcRect/>
            <a:stretch/>
          </p:blipFill>
          <p:spPr>
            <a:xfrm>
              <a:off x="11436986" y="3153832"/>
              <a:ext cx="777240" cy="606425"/>
            </a:xfrm>
            <a:prstGeom prst="rect">
              <a:avLst/>
            </a:prstGeom>
          </p:spPr>
        </p:pic>
      </p:grpSp>
      <p:sp>
        <p:nvSpPr>
          <p:cNvPr id="2" name="Title Placeholder 1"/>
          <p:cNvSpPr>
            <a:spLocks noGrp="1"/>
          </p:cNvSpPr>
          <p:nvPr>
            <p:ph type="title"/>
          </p:nvPr>
        </p:nvSpPr>
        <p:spPr>
          <a:xfrm>
            <a:off x="1295402" y="982132"/>
            <a:ext cx="9601196" cy="1303867"/>
          </a:xfrm>
          <a:prstGeom prst="rect">
            <a:avLst/>
          </a:prstGeom>
          <a:effectLst/>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1295401" y="2556932"/>
            <a:ext cx="9601196" cy="3318936"/>
          </a:xfrm>
          <a:prstGeom prst="rect">
            <a:avLst/>
          </a:prstGeom>
        </p:spPr>
        <p:txBody>
          <a:bodyPr vert="horz" lIns="91440" tIns="45720" rIns="91440" bIns="45720" rtlCol="0"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677501" y="5969000"/>
            <a:ext cx="1600200" cy="279400"/>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8E266329-F3F7-427D-B93B-A4537EBE5C20}" type="datetimeFigureOut">
              <a:rPr lang="en-IN" smtClean="0"/>
              <a:t>16-02-2026</a:t>
            </a:fld>
            <a:endParaRPr lang="en-IN" dirty="0"/>
          </a:p>
        </p:txBody>
      </p:sp>
      <p:sp>
        <p:nvSpPr>
          <p:cNvPr id="5" name="Footer Placeholder 4"/>
          <p:cNvSpPr>
            <a:spLocks noGrp="1"/>
          </p:cNvSpPr>
          <p:nvPr>
            <p:ph type="ftr" sz="quarter" idx="3"/>
          </p:nvPr>
        </p:nvSpPr>
        <p:spPr>
          <a:xfrm>
            <a:off x="1295401" y="5969000"/>
            <a:ext cx="7305900" cy="279400"/>
          </a:xfrm>
          <a:prstGeom prst="rect">
            <a:avLst/>
          </a:prstGeom>
        </p:spPr>
        <p:txBody>
          <a:bodyPr vert="horz" lIns="91440" tIns="45720" rIns="91440" bIns="45720" rtlCol="0" anchor="ctr"/>
          <a:lstStyle>
            <a:lvl1pPr algn="l">
              <a:defRPr sz="1000" b="0" i="0">
                <a:solidFill>
                  <a:schemeClr val="tx1"/>
                </a:solidFill>
                <a:effectLst/>
                <a:latin typeface="+mn-lt"/>
              </a:defRPr>
            </a:lvl1pPr>
          </a:lstStyle>
          <a:p>
            <a:endParaRPr lang="en-IN" dirty="0"/>
          </a:p>
        </p:txBody>
      </p:sp>
      <p:sp>
        <p:nvSpPr>
          <p:cNvPr id="6" name="Slide Number Placeholder 5"/>
          <p:cNvSpPr>
            <a:spLocks noGrp="1"/>
          </p:cNvSpPr>
          <p:nvPr>
            <p:ph type="sldNum" sz="quarter" idx="4"/>
          </p:nvPr>
        </p:nvSpPr>
        <p:spPr>
          <a:xfrm>
            <a:off x="10353901" y="5969000"/>
            <a:ext cx="542697" cy="279400"/>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5D322E25-8865-4496-B864-50B2712E4581}" type="slidenum">
              <a:rPr lang="en-IN" smtClean="0"/>
              <a:t>‹#›</a:t>
            </a:fld>
            <a:endParaRPr lang="en-IN" dirty="0"/>
          </a:p>
        </p:txBody>
      </p:sp>
    </p:spTree>
    <p:extLst>
      <p:ext uri="{BB962C8B-B14F-4D97-AF65-F5344CB8AC3E}">
        <p14:creationId xmlns:p14="http://schemas.microsoft.com/office/powerpoint/2010/main" val="1589403030"/>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 id="2147483677" r:id="rId17"/>
  </p:sldLayoutIdLst>
  <p:txStyles>
    <p:titleStyle>
      <a:lvl1pPr algn="ctr" defTabSz="457200" rtl="0" eaLnBrk="1" latinLnBrk="0" hangingPunct="1">
        <a:spcBef>
          <a:spcPct val="0"/>
        </a:spcBef>
        <a:buNone/>
        <a:defRPr sz="4400" kern="1200" cap="none">
          <a:ln w="3175" cmpd="sng">
            <a:noFill/>
          </a:ln>
          <a:solidFill>
            <a:schemeClr val="tx1">
              <a:lumMod val="85000"/>
              <a:lumOff val="15000"/>
            </a:schemeClr>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85750" indent="-285750" algn="l" defTabSz="457200" rtl="0" eaLnBrk="1" latinLnBrk="0" hangingPunct="1">
        <a:spcBef>
          <a:spcPct val="20000"/>
        </a:spcBef>
        <a:spcAft>
          <a:spcPts val="600"/>
        </a:spcAft>
        <a:buClr>
          <a:schemeClr val="accent1"/>
        </a:buClr>
        <a:buSzPct val="115000"/>
        <a:buFont typeface="Arial"/>
        <a:buChar char="•"/>
        <a:defRPr sz="2400" kern="1200" cap="none">
          <a:solidFill>
            <a:schemeClr val="tx1">
              <a:lumMod val="85000"/>
              <a:lumOff val="15000"/>
            </a:schemeClr>
          </a:solidFill>
          <a:effectLst/>
          <a:latin typeface="+mn-lt"/>
          <a:ea typeface="+mn-ea"/>
          <a:cs typeface="+mn-cs"/>
        </a:defRPr>
      </a:lvl1pPr>
      <a:lvl2pPr marL="742950" indent="-285750" algn="l" defTabSz="457200" rtl="0" eaLnBrk="1" latinLnBrk="0" hangingPunct="1">
        <a:spcBef>
          <a:spcPct val="20000"/>
        </a:spcBef>
        <a:spcAft>
          <a:spcPts val="600"/>
        </a:spcAft>
        <a:buClr>
          <a:schemeClr val="accent1"/>
        </a:buClr>
        <a:buSzPct val="115000"/>
        <a:buFont typeface="Arial"/>
        <a:buChar char="•"/>
        <a:defRPr sz="2000" kern="1200" cap="none">
          <a:solidFill>
            <a:schemeClr val="tx1">
              <a:lumMod val="85000"/>
              <a:lumOff val="15000"/>
            </a:schemeClr>
          </a:solidFill>
          <a:effectLst/>
          <a:latin typeface="+mn-lt"/>
          <a:ea typeface="+mn-ea"/>
          <a:cs typeface="+mn-cs"/>
        </a:defRPr>
      </a:lvl2pPr>
      <a:lvl3pPr marL="1200150" indent="-285750" algn="l" defTabSz="457200" rtl="0" eaLnBrk="1" latinLnBrk="0" hangingPunct="1">
        <a:spcBef>
          <a:spcPct val="20000"/>
        </a:spcBef>
        <a:spcAft>
          <a:spcPts val="600"/>
        </a:spcAft>
        <a:buClr>
          <a:schemeClr val="accent1"/>
        </a:buClr>
        <a:buSzPct val="115000"/>
        <a:buFont typeface="Arial"/>
        <a:buChar char="•"/>
        <a:defRPr sz="1800" kern="1200" cap="none">
          <a:solidFill>
            <a:schemeClr val="tx1">
              <a:lumMod val="85000"/>
              <a:lumOff val="15000"/>
            </a:schemeClr>
          </a:solidFill>
          <a:effectLst/>
          <a:latin typeface="+mn-lt"/>
          <a:ea typeface="+mn-ea"/>
          <a:cs typeface="+mn-cs"/>
        </a:defRPr>
      </a:lvl3pPr>
      <a:lvl4pPr marL="1543050" indent="-171450" algn="l" defTabSz="457200" rtl="0" eaLnBrk="1" latinLnBrk="0" hangingPunct="1">
        <a:spcBef>
          <a:spcPct val="20000"/>
        </a:spcBef>
        <a:spcAft>
          <a:spcPts val="600"/>
        </a:spcAft>
        <a:buClr>
          <a:schemeClr val="accent1"/>
        </a:buClr>
        <a:buSzPct val="115000"/>
        <a:buFont typeface="Arial"/>
        <a:buChar char="•"/>
        <a:defRPr sz="1600" kern="1200" cap="none">
          <a:solidFill>
            <a:schemeClr val="tx1">
              <a:lumMod val="85000"/>
              <a:lumOff val="15000"/>
            </a:schemeClr>
          </a:solidFill>
          <a:effectLst/>
          <a:latin typeface="+mn-lt"/>
          <a:ea typeface="+mn-ea"/>
          <a:cs typeface="+mn-cs"/>
        </a:defRPr>
      </a:lvl4pPr>
      <a:lvl5pPr marL="2000250" indent="-17145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5pPr>
      <a:lvl6pPr marL="25146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6pPr>
      <a:lvl7pPr marL="29718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7pPr>
      <a:lvl8pPr marL="34290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8pPr>
      <a:lvl9pPr marL="38862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image" Target="../media/image7.jp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269C8049-6FB5-52BF-F16D-2BA6F6C09CFC}"/>
              </a:ext>
            </a:extLst>
          </p:cNvPr>
          <p:cNvSpPr/>
          <p:nvPr/>
        </p:nvSpPr>
        <p:spPr>
          <a:xfrm>
            <a:off x="-98323" y="9832"/>
            <a:ext cx="12398478" cy="6858000"/>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13" name="object 2">
            <a:extLst>
              <a:ext uri="{FF2B5EF4-FFF2-40B4-BE49-F238E27FC236}">
                <a16:creationId xmlns:a16="http://schemas.microsoft.com/office/drawing/2014/main" id="{9B9873D3-1ACF-8E9A-BFB1-5FD2EE64845B}"/>
              </a:ext>
            </a:extLst>
          </p:cNvPr>
          <p:cNvSpPr txBox="1"/>
          <p:nvPr/>
        </p:nvSpPr>
        <p:spPr>
          <a:xfrm>
            <a:off x="1724025" y="102531"/>
            <a:ext cx="574040" cy="224154"/>
          </a:xfrm>
          <a:prstGeom prst="rect">
            <a:avLst/>
          </a:prstGeom>
        </p:spPr>
        <p:txBody>
          <a:bodyPr vert="horz" wrap="square" lIns="0" tIns="0" rIns="0" bIns="0" rtlCol="0">
            <a:spAutoFit/>
          </a:bodyPr>
          <a:lstStyle/>
          <a:p>
            <a:pPr>
              <a:lnSpc>
                <a:spcPts val="1730"/>
              </a:lnSpc>
            </a:pPr>
            <a:r>
              <a:rPr sz="1500" b="1" dirty="0">
                <a:solidFill>
                  <a:srgbClr val="FFFFFF"/>
                </a:solidFill>
                <a:latin typeface="Cambria"/>
                <a:cs typeface="Cambria"/>
              </a:rPr>
              <a:t>M</a:t>
            </a:r>
            <a:r>
              <a:rPr sz="1500" b="1" spc="-40" dirty="0">
                <a:solidFill>
                  <a:srgbClr val="FFFFFF"/>
                </a:solidFill>
                <a:latin typeface="Cambria"/>
                <a:cs typeface="Cambria"/>
              </a:rPr>
              <a:t> </a:t>
            </a:r>
            <a:r>
              <a:rPr sz="1500" b="1" dirty="0">
                <a:solidFill>
                  <a:srgbClr val="FFFFFF"/>
                </a:solidFill>
                <a:latin typeface="Cambria"/>
                <a:cs typeface="Cambria"/>
              </a:rPr>
              <a:t>I</a:t>
            </a:r>
            <a:r>
              <a:rPr sz="1500" b="1" spc="30" dirty="0">
                <a:solidFill>
                  <a:srgbClr val="FFFFFF"/>
                </a:solidFill>
                <a:latin typeface="Cambria"/>
                <a:cs typeface="Cambria"/>
              </a:rPr>
              <a:t> </a:t>
            </a:r>
            <a:r>
              <a:rPr sz="1500" b="1" dirty="0">
                <a:solidFill>
                  <a:srgbClr val="FFFFFF"/>
                </a:solidFill>
                <a:latin typeface="Cambria"/>
                <a:cs typeface="Cambria"/>
              </a:rPr>
              <a:t>T</a:t>
            </a:r>
            <a:r>
              <a:rPr sz="1500" b="1" spc="-25" dirty="0">
                <a:solidFill>
                  <a:srgbClr val="FFFFFF"/>
                </a:solidFill>
                <a:latin typeface="Cambria"/>
                <a:cs typeface="Cambria"/>
              </a:rPr>
              <a:t> </a:t>
            </a:r>
            <a:r>
              <a:rPr sz="1500" b="1" spc="-50" dirty="0">
                <a:solidFill>
                  <a:srgbClr val="FFFFFF"/>
                </a:solidFill>
                <a:latin typeface="Cambria"/>
                <a:cs typeface="Cambria"/>
              </a:rPr>
              <a:t>S</a:t>
            </a:r>
            <a:endParaRPr sz="1500" dirty="0">
              <a:latin typeface="Cambria"/>
              <a:cs typeface="Cambria"/>
            </a:endParaRPr>
          </a:p>
        </p:txBody>
      </p:sp>
      <p:sp>
        <p:nvSpPr>
          <p:cNvPr id="14" name="object 4">
            <a:extLst>
              <a:ext uri="{FF2B5EF4-FFF2-40B4-BE49-F238E27FC236}">
                <a16:creationId xmlns:a16="http://schemas.microsoft.com/office/drawing/2014/main" id="{3836D609-E9B2-E585-5CF1-95C0B4837E93}"/>
              </a:ext>
            </a:extLst>
          </p:cNvPr>
          <p:cNvSpPr/>
          <p:nvPr/>
        </p:nvSpPr>
        <p:spPr>
          <a:xfrm>
            <a:off x="223935" y="182088"/>
            <a:ext cx="11765902" cy="1452693"/>
          </a:xfrm>
          <a:custGeom>
            <a:avLst/>
            <a:gdLst/>
            <a:ahLst/>
            <a:cxnLst/>
            <a:rect l="l" t="t" r="r" b="b"/>
            <a:pathLst>
              <a:path w="9144000" h="942975">
                <a:moveTo>
                  <a:pt x="9144000" y="0"/>
                </a:moveTo>
                <a:lnTo>
                  <a:pt x="0" y="0"/>
                </a:lnTo>
                <a:lnTo>
                  <a:pt x="0" y="942975"/>
                </a:lnTo>
                <a:lnTo>
                  <a:pt x="9144000" y="942975"/>
                </a:lnTo>
                <a:lnTo>
                  <a:pt x="9144000" y="0"/>
                </a:lnTo>
                <a:close/>
              </a:path>
            </a:pathLst>
          </a:custGeom>
          <a:solidFill>
            <a:srgbClr val="E89B66"/>
          </a:solidFill>
        </p:spPr>
        <p:txBody>
          <a:bodyPr wrap="square" lIns="0" tIns="0" rIns="0" bIns="0" rtlCol="0"/>
          <a:lstStyle/>
          <a:p>
            <a:endParaRPr dirty="0"/>
          </a:p>
        </p:txBody>
      </p:sp>
      <p:sp>
        <p:nvSpPr>
          <p:cNvPr id="15" name="object 12">
            <a:extLst>
              <a:ext uri="{FF2B5EF4-FFF2-40B4-BE49-F238E27FC236}">
                <a16:creationId xmlns:a16="http://schemas.microsoft.com/office/drawing/2014/main" id="{D0A6801F-5426-56B5-3043-82EBBA436A5F}"/>
              </a:ext>
            </a:extLst>
          </p:cNvPr>
          <p:cNvSpPr txBox="1">
            <a:spLocks noGrp="1"/>
          </p:cNvSpPr>
          <p:nvPr>
            <p:ph type="sldNum" sz="quarter" idx="12"/>
          </p:nvPr>
        </p:nvSpPr>
        <p:spPr>
          <a:xfrm>
            <a:off x="10353901" y="5969000"/>
            <a:ext cx="542697" cy="279400"/>
          </a:xfrm>
          <a:prstGeom prst="rect">
            <a:avLst/>
          </a:prstGeom>
        </p:spPr>
        <p:txBody>
          <a:bodyPr vert="horz" wrap="square" lIns="0" tIns="0" rIns="0" bIns="0" rtlCol="0">
            <a:spAutoFit/>
          </a:bodyPr>
          <a:lstStyle>
            <a:defPPr>
              <a:defRPr kern="0"/>
            </a:defPPr>
            <a:lvl1pPr>
              <a:defRPr sz="1550" b="0" i="0">
                <a:solidFill>
                  <a:schemeClr val="bg1"/>
                </a:solidFill>
                <a:latin typeface="Calibri"/>
                <a:cs typeface="Calibri"/>
              </a:defRPr>
            </a:lvl1pPr>
          </a:lstStyle>
          <a:p>
            <a:pPr marL="38100">
              <a:lnSpc>
                <a:spcPts val="1595"/>
              </a:lnSpc>
            </a:pPr>
            <a:fld id="{81D60167-4931-47E6-BA6A-407CBD079E47}" type="slidenum">
              <a:rPr lang="en-IN" spc="-25" smtClean="0"/>
              <a:pPr marL="38100">
                <a:lnSpc>
                  <a:spcPts val="1595"/>
                </a:lnSpc>
              </a:pPr>
              <a:t>1</a:t>
            </a:fld>
            <a:endParaRPr spc="-25" dirty="0"/>
          </a:p>
        </p:txBody>
      </p:sp>
      <p:sp>
        <p:nvSpPr>
          <p:cNvPr id="16" name="object 5">
            <a:extLst>
              <a:ext uri="{FF2B5EF4-FFF2-40B4-BE49-F238E27FC236}">
                <a16:creationId xmlns:a16="http://schemas.microsoft.com/office/drawing/2014/main" id="{BD2AAB00-574A-4FF0-3B5D-AE418C33C338}"/>
              </a:ext>
            </a:extLst>
          </p:cNvPr>
          <p:cNvSpPr txBox="1">
            <a:spLocks/>
          </p:cNvSpPr>
          <p:nvPr/>
        </p:nvSpPr>
        <p:spPr>
          <a:xfrm>
            <a:off x="1765281" y="250612"/>
            <a:ext cx="8676000" cy="1332000"/>
          </a:xfrm>
          <a:prstGeom prst="rect">
            <a:avLst/>
          </a:prstGeom>
          <a:solidFill>
            <a:schemeClr val="bg1"/>
          </a:solidFill>
        </p:spPr>
        <p:txBody>
          <a:bodyPr vert="horz" wrap="square" lIns="0" tIns="12700" rIns="0" bIns="0" rtlCol="0" anchor="ctr">
            <a:sp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IN" sz="2200" dirty="0">
                <a:latin typeface="Cambria"/>
                <a:cs typeface="Cambria"/>
              </a:rPr>
              <a:t>Madanapalle</a:t>
            </a:r>
            <a:r>
              <a:rPr lang="en-IN" sz="2200" spc="-155" dirty="0">
                <a:latin typeface="Cambria"/>
                <a:cs typeface="Cambria"/>
              </a:rPr>
              <a:t> </a:t>
            </a:r>
            <a:r>
              <a:rPr lang="en-IN" sz="2200" dirty="0">
                <a:latin typeface="Cambria"/>
                <a:cs typeface="Cambria"/>
              </a:rPr>
              <a:t>Institute</a:t>
            </a:r>
            <a:r>
              <a:rPr lang="en-IN" sz="2200" spc="-105" dirty="0">
                <a:latin typeface="Cambria"/>
                <a:cs typeface="Cambria"/>
              </a:rPr>
              <a:t> </a:t>
            </a:r>
            <a:r>
              <a:rPr lang="en-IN" sz="2200" dirty="0">
                <a:latin typeface="Cambria"/>
                <a:cs typeface="Cambria"/>
              </a:rPr>
              <a:t>of</a:t>
            </a:r>
            <a:r>
              <a:rPr lang="en-IN" sz="2200" spc="40" dirty="0">
                <a:latin typeface="Cambria"/>
                <a:cs typeface="Cambria"/>
              </a:rPr>
              <a:t> </a:t>
            </a:r>
            <a:r>
              <a:rPr lang="en-IN" sz="2200" spc="-10" dirty="0">
                <a:latin typeface="Cambria"/>
                <a:cs typeface="Cambria"/>
              </a:rPr>
              <a:t>Technology</a:t>
            </a:r>
            <a:r>
              <a:rPr lang="en-IN" sz="2200" spc="-155" dirty="0">
                <a:latin typeface="Cambria"/>
                <a:cs typeface="Cambria"/>
              </a:rPr>
              <a:t> </a:t>
            </a:r>
            <a:r>
              <a:rPr lang="en-IN" sz="2200" dirty="0">
                <a:latin typeface="Cambria"/>
                <a:cs typeface="Cambria"/>
              </a:rPr>
              <a:t>&amp;</a:t>
            </a:r>
            <a:r>
              <a:rPr lang="en-IN" sz="2200" spc="-80" dirty="0">
                <a:latin typeface="Cambria"/>
                <a:cs typeface="Cambria"/>
              </a:rPr>
              <a:t> </a:t>
            </a:r>
            <a:r>
              <a:rPr lang="en-IN" sz="2200" dirty="0">
                <a:latin typeface="Cambria"/>
                <a:cs typeface="Cambria"/>
              </a:rPr>
              <a:t>Science,</a:t>
            </a:r>
            <a:r>
              <a:rPr lang="en-IN" sz="2200" spc="20" dirty="0">
                <a:latin typeface="Cambria"/>
                <a:cs typeface="Cambria"/>
              </a:rPr>
              <a:t> </a:t>
            </a:r>
            <a:r>
              <a:rPr lang="en-IN" sz="2200" spc="-10" dirty="0">
                <a:latin typeface="Cambria"/>
                <a:cs typeface="Cambria"/>
              </a:rPr>
              <a:t>Madanapalle</a:t>
            </a:r>
            <a:br>
              <a:rPr lang="en-IN" sz="2100" spc="-10" dirty="0">
                <a:latin typeface="Cambria"/>
                <a:cs typeface="Cambria"/>
              </a:rPr>
            </a:br>
            <a:r>
              <a:rPr lang="en-IN" sz="1400" dirty="0"/>
              <a:t>UGC-AUTONOMOUS INSTITUTION</a:t>
            </a:r>
            <a:br>
              <a:rPr lang="en-IN" sz="1400" dirty="0"/>
            </a:br>
            <a:r>
              <a:rPr lang="en-IN" sz="1400" dirty="0"/>
              <a:t>Affiliated to JNTUA, Ananthapuramu &amp; Approved by AICTE, New Delhi</a:t>
            </a:r>
            <a:endParaRPr lang="en-IN" sz="1400" dirty="0">
              <a:latin typeface="Cambria"/>
              <a:cs typeface="Cambria"/>
            </a:endParaRPr>
          </a:p>
        </p:txBody>
      </p:sp>
      <p:pic>
        <p:nvPicPr>
          <p:cNvPr id="17" name="object 6">
            <a:extLst>
              <a:ext uri="{FF2B5EF4-FFF2-40B4-BE49-F238E27FC236}">
                <a16:creationId xmlns:a16="http://schemas.microsoft.com/office/drawing/2014/main" id="{97F370ED-F743-A01B-E631-EB2F4B46F00C}"/>
              </a:ext>
            </a:extLst>
          </p:cNvPr>
          <p:cNvPicPr/>
          <p:nvPr/>
        </p:nvPicPr>
        <p:blipFill>
          <a:blip r:embed="rId2" cstate="print"/>
          <a:stretch>
            <a:fillRect/>
          </a:stretch>
        </p:blipFill>
        <p:spPr>
          <a:xfrm>
            <a:off x="298131" y="248349"/>
            <a:ext cx="1376512" cy="1328995"/>
          </a:xfrm>
          <a:prstGeom prst="rect">
            <a:avLst/>
          </a:prstGeom>
        </p:spPr>
      </p:pic>
      <p:sp>
        <p:nvSpPr>
          <p:cNvPr id="18" name="Rounded Rectangle 9">
            <a:extLst>
              <a:ext uri="{FF2B5EF4-FFF2-40B4-BE49-F238E27FC236}">
                <a16:creationId xmlns:a16="http://schemas.microsoft.com/office/drawing/2014/main" id="{4F91CB58-8023-42FE-0952-0E7AA5DDD2C5}"/>
              </a:ext>
            </a:extLst>
          </p:cNvPr>
          <p:cNvSpPr/>
          <p:nvPr/>
        </p:nvSpPr>
        <p:spPr>
          <a:xfrm>
            <a:off x="1765280" y="1711065"/>
            <a:ext cx="8645119" cy="636566"/>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b="1" dirty="0">
                <a:solidFill>
                  <a:srgbClr val="FFFF00"/>
                </a:solidFill>
                <a:latin typeface="Cambria" panose="02040503050406030204" pitchFamily="18" charset="0"/>
                <a:ea typeface="Cambria" panose="02040503050406030204" pitchFamily="18" charset="0"/>
              </a:rPr>
              <a:t>Department of Computer Science and Technology</a:t>
            </a:r>
          </a:p>
        </p:txBody>
      </p:sp>
      <p:pic>
        <p:nvPicPr>
          <p:cNvPr id="19" name="Picture 18">
            <a:extLst>
              <a:ext uri="{FF2B5EF4-FFF2-40B4-BE49-F238E27FC236}">
                <a16:creationId xmlns:a16="http://schemas.microsoft.com/office/drawing/2014/main" id="{962658C5-4A03-014D-4729-D787A4F81E7B}"/>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0538705" y="243570"/>
            <a:ext cx="1383157" cy="1349345"/>
          </a:xfrm>
          <a:prstGeom prst="rect">
            <a:avLst/>
          </a:prstGeom>
        </p:spPr>
      </p:pic>
      <p:sp>
        <p:nvSpPr>
          <p:cNvPr id="20" name="Rectangle 19">
            <a:extLst>
              <a:ext uri="{FF2B5EF4-FFF2-40B4-BE49-F238E27FC236}">
                <a16:creationId xmlns:a16="http://schemas.microsoft.com/office/drawing/2014/main" id="{FD8D3833-CADC-CF39-2B25-9AA5B7947840}"/>
              </a:ext>
            </a:extLst>
          </p:cNvPr>
          <p:cNvSpPr/>
          <p:nvPr/>
        </p:nvSpPr>
        <p:spPr>
          <a:xfrm>
            <a:off x="1765280" y="3042315"/>
            <a:ext cx="8676001" cy="1271889"/>
          </a:xfrm>
          <a:prstGeom prst="rect">
            <a:avLst/>
          </a:prstGeom>
        </p:spPr>
        <p:style>
          <a:lnRef idx="1">
            <a:schemeClr val="accent2"/>
          </a:lnRef>
          <a:fillRef idx="3">
            <a:schemeClr val="accent2"/>
          </a:fillRef>
          <a:effectRef idx="2">
            <a:schemeClr val="accent2"/>
          </a:effectRef>
          <a:fontRef idx="minor">
            <a:schemeClr val="lt1"/>
          </a:fontRef>
        </p:style>
        <p:txBody>
          <a:bodyPr rtlCol="0" anchor="ctr"/>
          <a:lstStyle/>
          <a:p>
            <a:pPr algn="ctr"/>
            <a:r>
              <a:rPr lang="en-US" sz="2800" b="1" dirty="0"/>
              <a:t>Intelligent Airport Gate Assignment Using Optimization and Machine Learning for Emission Reduction</a:t>
            </a:r>
            <a:endParaRPr lang="en-US" sz="2800" dirty="0"/>
          </a:p>
        </p:txBody>
      </p:sp>
      <p:sp>
        <p:nvSpPr>
          <p:cNvPr id="21" name="TextBox 20">
            <a:extLst>
              <a:ext uri="{FF2B5EF4-FFF2-40B4-BE49-F238E27FC236}">
                <a16:creationId xmlns:a16="http://schemas.microsoft.com/office/drawing/2014/main" id="{E4E63A79-0ADC-C8AD-D34C-6D0A5CE46449}"/>
              </a:ext>
            </a:extLst>
          </p:cNvPr>
          <p:cNvSpPr txBox="1"/>
          <p:nvPr/>
        </p:nvSpPr>
        <p:spPr>
          <a:xfrm>
            <a:off x="3889755" y="4401418"/>
            <a:ext cx="3966219" cy="1800493"/>
          </a:xfrm>
          <a:prstGeom prst="rect">
            <a:avLst/>
          </a:prstGeom>
          <a:noFill/>
        </p:spPr>
        <p:txBody>
          <a:bodyPr wrap="square" rtlCol="0">
            <a:spAutoFit/>
          </a:bodyPr>
          <a:lstStyle/>
          <a:p>
            <a:r>
              <a:rPr lang="en-IN" sz="1900" b="1" dirty="0"/>
              <a:t>Presenting by:</a:t>
            </a:r>
          </a:p>
          <a:p>
            <a:endParaRPr lang="en-IN" dirty="0"/>
          </a:p>
          <a:p>
            <a:r>
              <a:rPr lang="en-IN" sz="1900" dirty="0"/>
              <a:t>22691A2828      -      R Balaji</a:t>
            </a:r>
          </a:p>
          <a:p>
            <a:r>
              <a:rPr lang="en-IN" sz="1900" dirty="0"/>
              <a:t>21691A2809      -      S Madhu</a:t>
            </a:r>
          </a:p>
          <a:p>
            <a:r>
              <a:rPr lang="en-IN" b="1" dirty="0"/>
              <a:t>    Guide</a:t>
            </a:r>
            <a:r>
              <a:rPr lang="en-IN" dirty="0"/>
              <a:t>: Dr. K Dinesh</a:t>
            </a:r>
          </a:p>
          <a:p>
            <a:endParaRPr lang="en-IN" dirty="0"/>
          </a:p>
        </p:txBody>
      </p:sp>
      <p:sp>
        <p:nvSpPr>
          <p:cNvPr id="22" name="Rounded Rectangle 9">
            <a:extLst>
              <a:ext uri="{FF2B5EF4-FFF2-40B4-BE49-F238E27FC236}">
                <a16:creationId xmlns:a16="http://schemas.microsoft.com/office/drawing/2014/main" id="{14771935-969E-BD65-0B73-B6D34B4A81DD}"/>
              </a:ext>
            </a:extLst>
          </p:cNvPr>
          <p:cNvSpPr/>
          <p:nvPr/>
        </p:nvSpPr>
        <p:spPr>
          <a:xfrm>
            <a:off x="1765280" y="2445846"/>
            <a:ext cx="8676001" cy="509255"/>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b="1" dirty="0">
                <a:solidFill>
                  <a:srgbClr val="FFFF00"/>
                </a:solidFill>
                <a:latin typeface="Cambria" panose="02040503050406030204" pitchFamily="18" charset="0"/>
                <a:ea typeface="Cambria" panose="02040503050406030204" pitchFamily="18" charset="0"/>
              </a:rPr>
              <a:t>Review: 2</a:t>
            </a:r>
          </a:p>
        </p:txBody>
      </p:sp>
    </p:spTree>
    <p:extLst>
      <p:ext uri="{BB962C8B-B14F-4D97-AF65-F5344CB8AC3E}">
        <p14:creationId xmlns:p14="http://schemas.microsoft.com/office/powerpoint/2010/main" val="412808248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76B81C-8F47-0AB2-4E86-7B06E2D09FED}"/>
              </a:ext>
            </a:extLst>
          </p:cNvPr>
          <p:cNvSpPr>
            <a:spLocks noGrp="1"/>
          </p:cNvSpPr>
          <p:nvPr>
            <p:ph type="title"/>
          </p:nvPr>
        </p:nvSpPr>
        <p:spPr/>
        <p:txBody>
          <a:bodyPr/>
          <a:lstStyle/>
          <a:p>
            <a:r>
              <a:rPr lang="en-US" b="1" dirty="0">
                <a:solidFill>
                  <a:srgbClr val="FF0000"/>
                </a:solidFill>
              </a:rPr>
              <a:t>Abstract</a:t>
            </a:r>
            <a:endParaRPr lang="en-IN" b="1" dirty="0">
              <a:solidFill>
                <a:srgbClr val="FF0000"/>
              </a:solidFill>
            </a:endParaRPr>
          </a:p>
        </p:txBody>
      </p:sp>
      <p:sp>
        <p:nvSpPr>
          <p:cNvPr id="4" name="Rectangle 1">
            <a:extLst>
              <a:ext uri="{FF2B5EF4-FFF2-40B4-BE49-F238E27FC236}">
                <a16:creationId xmlns:a16="http://schemas.microsoft.com/office/drawing/2014/main" id="{C9E913B9-9B75-7254-433C-06C91558EC01}"/>
              </a:ext>
            </a:extLst>
          </p:cNvPr>
          <p:cNvSpPr>
            <a:spLocks noGrp="1" noChangeArrowheads="1"/>
          </p:cNvSpPr>
          <p:nvPr>
            <p:ph idx="1"/>
          </p:nvPr>
        </p:nvSpPr>
        <p:spPr bwMode="auto">
          <a:xfrm>
            <a:off x="911944" y="2537924"/>
            <a:ext cx="10368111" cy="36163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r>
              <a:rPr lang="en-US" sz="2000" dirty="0"/>
              <a:t>Airports face significant challenges in efficiently assigning arriving and departing aircraft to available gates. Improper gate assignment leads to increased passenger walking distance, flight delays, congestion, and higher greenhouse gas (GHG) emissions due to excessive aircraft taxiing. Existing approaches mainly rely on heuristic or static optimization techniques, which do not adapt well to dynamic airport conditions.</a:t>
            </a:r>
          </a:p>
          <a:p>
            <a:r>
              <a:rPr lang="en-US" sz="2000" dirty="0"/>
              <a:t>This project studies an existing research model based on the Airport Gate Assignment Problem (AGAP) that uses Genetic Algorithms to optimize gate allocation while considering passenger comfort and carbon emissions. Based on the identified limitations, this work proposes an enhanced intelligent gate assignment framework that integrates machine learning-based prediction with adaptive optimization techniques. The proposed system aims to reduce emissions, improve passenger experience, and support scalable, real-world airport operations.</a:t>
            </a:r>
          </a:p>
        </p:txBody>
      </p:sp>
    </p:spTree>
    <p:extLst>
      <p:ext uri="{BB962C8B-B14F-4D97-AF65-F5344CB8AC3E}">
        <p14:creationId xmlns:p14="http://schemas.microsoft.com/office/powerpoint/2010/main" val="323616418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D96F43D-8827-A3AB-430C-1E22C07EC5A0}"/>
              </a:ext>
            </a:extLst>
          </p:cNvPr>
          <p:cNvSpPr>
            <a:spLocks noGrp="1"/>
          </p:cNvSpPr>
          <p:nvPr>
            <p:ph type="title"/>
          </p:nvPr>
        </p:nvSpPr>
        <p:spPr/>
        <p:txBody>
          <a:bodyPr/>
          <a:lstStyle/>
          <a:p>
            <a:r>
              <a:rPr lang="en-US" b="1" dirty="0">
                <a:solidFill>
                  <a:srgbClr val="FF0000"/>
                </a:solidFill>
              </a:rPr>
              <a:t>Literature Survey</a:t>
            </a:r>
            <a:endParaRPr lang="en-IN" b="1" dirty="0">
              <a:solidFill>
                <a:srgbClr val="FF0000"/>
              </a:solidFill>
            </a:endParaRPr>
          </a:p>
        </p:txBody>
      </p:sp>
      <p:sp>
        <p:nvSpPr>
          <p:cNvPr id="7" name="Rectangle 3">
            <a:extLst>
              <a:ext uri="{FF2B5EF4-FFF2-40B4-BE49-F238E27FC236}">
                <a16:creationId xmlns:a16="http://schemas.microsoft.com/office/drawing/2014/main" id="{D1087474-967D-ED49-AEFC-796238F23BD4}"/>
              </a:ext>
            </a:extLst>
          </p:cNvPr>
          <p:cNvSpPr>
            <a:spLocks noGrp="1" noChangeArrowheads="1"/>
          </p:cNvSpPr>
          <p:nvPr>
            <p:ph idx="1"/>
          </p:nvPr>
        </p:nvSpPr>
        <p:spPr bwMode="auto">
          <a:xfrm>
            <a:off x="1295401" y="2646739"/>
            <a:ext cx="8620117" cy="313932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None/>
              <a:tabLst/>
            </a:pPr>
            <a:r>
              <a:rPr kumimoji="0" lang="en-US" altLang="en-US" sz="1800" b="0" i="0" u="none" strike="noStrike" cap="none" normalizeH="0" baseline="0" dirty="0">
                <a:ln>
                  <a:noFill/>
                </a:ln>
                <a:solidFill>
                  <a:schemeClr val="tx1"/>
                </a:solidFill>
                <a:effectLst/>
              </a:rPr>
              <a:t>Airport Gate Assignment Problem (AGAP) focuses on allocating flights to gates efficiently.</a:t>
            </a:r>
          </a:p>
          <a:p>
            <a:pPr marL="0" marR="0" lvl="0" indent="0" algn="l" defTabSz="914400" rtl="0" eaLnBrk="0" fontAlgn="base" latinLnBrk="0" hangingPunct="0">
              <a:lnSpc>
                <a:spcPct val="100000"/>
              </a:lnSpc>
              <a:spcBef>
                <a:spcPct val="0"/>
              </a:spcBef>
              <a:spcAft>
                <a:spcPct val="0"/>
              </a:spcAft>
              <a:buClrTx/>
              <a:buSzTx/>
              <a:buNone/>
              <a:tabLst/>
            </a:pPr>
            <a:r>
              <a:rPr kumimoji="0" lang="en-US" altLang="en-US" sz="1800" b="0" i="0" u="none" strike="noStrike" cap="none" normalizeH="0" baseline="0" dirty="0">
                <a:ln>
                  <a:noFill/>
                </a:ln>
                <a:solidFill>
                  <a:schemeClr val="tx1"/>
                </a:solidFill>
                <a:effectLst/>
              </a:rPr>
              <a:t>Traditional methods include:</a:t>
            </a:r>
          </a:p>
          <a:p>
            <a:pPr defTabSz="914400" eaLnBrk="0" fontAlgn="base" hangingPunct="0">
              <a:spcBef>
                <a:spcPct val="0"/>
              </a:spcBef>
              <a:spcAft>
                <a:spcPct val="0"/>
              </a:spcAft>
              <a:buClrTx/>
              <a:buSzTx/>
            </a:pPr>
            <a:r>
              <a:rPr kumimoji="0" lang="en-US" altLang="en-US" sz="1800" b="0" i="0" u="none" strike="noStrike" cap="none" normalizeH="0" baseline="0" dirty="0">
                <a:ln>
                  <a:noFill/>
                </a:ln>
                <a:solidFill>
                  <a:schemeClr val="tx1"/>
                </a:solidFill>
                <a:effectLst/>
              </a:rPr>
              <a:t>Rule-based assignment</a:t>
            </a:r>
          </a:p>
          <a:p>
            <a:pPr defTabSz="914400" eaLnBrk="0" fontAlgn="base" hangingPunct="0">
              <a:spcBef>
                <a:spcPct val="0"/>
              </a:spcBef>
              <a:spcAft>
                <a:spcPct val="0"/>
              </a:spcAft>
              <a:buClrTx/>
              <a:buSzTx/>
            </a:pPr>
            <a:r>
              <a:rPr kumimoji="0" lang="en-US" altLang="en-US" sz="1800" b="0" i="0" u="none" strike="noStrike" cap="none" normalizeH="0" baseline="0" dirty="0">
                <a:ln>
                  <a:noFill/>
                </a:ln>
                <a:solidFill>
                  <a:schemeClr val="tx1"/>
                </a:solidFill>
                <a:effectLst/>
              </a:rPr>
              <a:t>Linear and integer programming</a:t>
            </a:r>
          </a:p>
          <a:p>
            <a:pPr defTabSz="914400" eaLnBrk="0" fontAlgn="base" hangingPunct="0">
              <a:spcBef>
                <a:spcPct val="0"/>
              </a:spcBef>
              <a:spcAft>
                <a:spcPct val="0"/>
              </a:spcAft>
              <a:buClrTx/>
              <a:buSzTx/>
            </a:pPr>
            <a:r>
              <a:rPr kumimoji="0" lang="en-US" altLang="en-US" sz="1800" b="0" i="0" u="none" strike="noStrike" cap="none" normalizeH="0" baseline="0" dirty="0">
                <a:ln>
                  <a:noFill/>
                </a:ln>
                <a:solidFill>
                  <a:schemeClr val="tx1"/>
                </a:solidFill>
                <a:effectLst/>
              </a:rPr>
              <a:t>Heuristic and meta-heuristic approaches</a:t>
            </a:r>
          </a:p>
          <a:p>
            <a:pPr marL="0" marR="0" lvl="0" indent="0" algn="l" defTabSz="914400" rtl="0" eaLnBrk="0" fontAlgn="base" latinLnBrk="0" hangingPunct="0">
              <a:lnSpc>
                <a:spcPct val="100000"/>
              </a:lnSpc>
              <a:spcBef>
                <a:spcPct val="0"/>
              </a:spcBef>
              <a:spcAft>
                <a:spcPct val="0"/>
              </a:spcAft>
              <a:buClrTx/>
              <a:buSzTx/>
              <a:buNone/>
              <a:tabLst/>
            </a:pPr>
            <a:r>
              <a:rPr kumimoji="0" lang="en-US" altLang="en-US" sz="1800" b="0" i="0" u="none" strike="noStrike" cap="none" normalizeH="0" baseline="0" dirty="0">
                <a:ln>
                  <a:noFill/>
                </a:ln>
                <a:solidFill>
                  <a:schemeClr val="tx1"/>
                </a:solidFill>
                <a:effectLst/>
              </a:rPr>
              <a:t>Recent research uses:</a:t>
            </a:r>
          </a:p>
          <a:p>
            <a:pPr defTabSz="914400" eaLnBrk="0" fontAlgn="base" hangingPunct="0">
              <a:spcBef>
                <a:spcPct val="0"/>
              </a:spcBef>
              <a:spcAft>
                <a:spcPct val="0"/>
              </a:spcAft>
              <a:buClrTx/>
              <a:buSzTx/>
            </a:pPr>
            <a:r>
              <a:rPr kumimoji="0" lang="en-US" altLang="en-US" sz="1800" b="0" i="0" u="none" strike="noStrike" cap="none" normalizeH="0" baseline="0" dirty="0">
                <a:ln>
                  <a:noFill/>
                </a:ln>
                <a:solidFill>
                  <a:schemeClr val="tx1"/>
                </a:solidFill>
                <a:effectLst/>
              </a:rPr>
              <a:t>Genetic Algorithms</a:t>
            </a:r>
          </a:p>
          <a:p>
            <a:pPr defTabSz="914400" eaLnBrk="0" fontAlgn="base" hangingPunct="0">
              <a:spcBef>
                <a:spcPct val="0"/>
              </a:spcBef>
              <a:spcAft>
                <a:spcPct val="0"/>
              </a:spcAft>
              <a:buClrTx/>
              <a:buSzTx/>
            </a:pPr>
            <a:r>
              <a:rPr kumimoji="0" lang="en-US" altLang="en-US" sz="1800" b="0" i="0" u="none" strike="noStrike" cap="none" normalizeH="0" baseline="0" dirty="0">
                <a:ln>
                  <a:noFill/>
                </a:ln>
                <a:solidFill>
                  <a:schemeClr val="tx1"/>
                </a:solidFill>
                <a:effectLst/>
              </a:rPr>
              <a:t>Multi-objective optimization</a:t>
            </a:r>
          </a:p>
          <a:p>
            <a:pPr defTabSz="914400" eaLnBrk="0" fontAlgn="base" hangingPunct="0">
              <a:spcBef>
                <a:spcPct val="0"/>
              </a:spcBef>
              <a:spcAft>
                <a:spcPct val="0"/>
              </a:spcAft>
              <a:buClrTx/>
              <a:buSzTx/>
            </a:pPr>
            <a:r>
              <a:rPr kumimoji="0" lang="en-US" altLang="en-US" sz="1800" b="0" i="0" u="none" strike="noStrike" cap="none" normalizeH="0" baseline="0" dirty="0">
                <a:ln>
                  <a:noFill/>
                </a:ln>
                <a:solidFill>
                  <a:schemeClr val="tx1"/>
                </a:solidFill>
                <a:effectLst/>
              </a:rPr>
              <a:t>Limited emission-aware models</a:t>
            </a:r>
          </a:p>
          <a:p>
            <a:pPr marL="0" marR="0" lvl="0" indent="0" algn="l" defTabSz="914400" rtl="0" eaLnBrk="0" fontAlgn="base" latinLnBrk="0" hangingPunct="0">
              <a:lnSpc>
                <a:spcPct val="100000"/>
              </a:lnSpc>
              <a:spcBef>
                <a:spcPct val="0"/>
              </a:spcBef>
              <a:spcAft>
                <a:spcPct val="0"/>
              </a:spcAft>
              <a:buClrTx/>
              <a:buSzTx/>
              <a:buNone/>
              <a:tabLst/>
            </a:pPr>
            <a:r>
              <a:rPr kumimoji="0" lang="en-US" altLang="en-US" sz="1800" b="0" i="0" u="none" strike="noStrike" cap="none" normalizeH="0" baseline="0" dirty="0">
                <a:ln>
                  <a:noFill/>
                </a:ln>
                <a:solidFill>
                  <a:schemeClr val="tx1"/>
                </a:solidFill>
                <a:effectLst/>
              </a:rPr>
              <a:t>A recent study introduced GHG emission minimization along with passenger walking distance</a:t>
            </a:r>
          </a:p>
          <a:p>
            <a:pPr marL="0" indent="0" defTabSz="914400" eaLnBrk="0" fontAlgn="base" hangingPunct="0">
              <a:spcBef>
                <a:spcPct val="0"/>
              </a:spcBef>
              <a:spcAft>
                <a:spcPct val="0"/>
              </a:spcAft>
              <a:buClrTx/>
              <a:buSzTx/>
              <a:buNone/>
            </a:pPr>
            <a:r>
              <a:rPr kumimoji="0" lang="en-US" altLang="en-US" sz="1800" b="0" i="0" u="none" strike="noStrike" cap="none" normalizeH="0" baseline="0" dirty="0">
                <a:ln>
                  <a:noFill/>
                </a:ln>
                <a:solidFill>
                  <a:schemeClr val="tx1"/>
                </a:solidFill>
                <a:effectLst/>
              </a:rPr>
              <a:t>using a Genetic Algorithm with Nash Equilibrium control.</a:t>
            </a:r>
          </a:p>
        </p:txBody>
      </p:sp>
    </p:spTree>
    <p:extLst>
      <p:ext uri="{BB962C8B-B14F-4D97-AF65-F5344CB8AC3E}">
        <p14:creationId xmlns:p14="http://schemas.microsoft.com/office/powerpoint/2010/main" val="92126949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B7AA00E-2E2E-1061-8879-AA6F80B73E17}"/>
              </a:ext>
            </a:extLst>
          </p:cNvPr>
          <p:cNvSpPr>
            <a:spLocks noGrp="1"/>
          </p:cNvSpPr>
          <p:nvPr>
            <p:ph type="title"/>
          </p:nvPr>
        </p:nvSpPr>
        <p:spPr/>
        <p:txBody>
          <a:bodyPr/>
          <a:lstStyle/>
          <a:p>
            <a:r>
              <a:rPr lang="en-US" b="1" dirty="0">
                <a:solidFill>
                  <a:srgbClr val="FF0000"/>
                </a:solidFill>
              </a:rPr>
              <a:t>Research Gap</a:t>
            </a:r>
            <a:endParaRPr lang="en-IN" dirty="0"/>
          </a:p>
        </p:txBody>
      </p:sp>
      <p:sp>
        <p:nvSpPr>
          <p:cNvPr id="4" name="Rectangle 1">
            <a:extLst>
              <a:ext uri="{FF2B5EF4-FFF2-40B4-BE49-F238E27FC236}">
                <a16:creationId xmlns:a16="http://schemas.microsoft.com/office/drawing/2014/main" id="{40537BB0-7F19-822B-FBBE-D5A20839BD26}"/>
              </a:ext>
            </a:extLst>
          </p:cNvPr>
          <p:cNvSpPr>
            <a:spLocks noGrp="1" noChangeArrowheads="1"/>
          </p:cNvSpPr>
          <p:nvPr>
            <p:ph idx="1"/>
          </p:nvPr>
        </p:nvSpPr>
        <p:spPr bwMode="auto">
          <a:xfrm>
            <a:off x="1433053" y="2613392"/>
            <a:ext cx="7787068" cy="163121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defTabSz="914400" eaLnBrk="0" fontAlgn="base" hangingPunct="0">
              <a:spcBef>
                <a:spcPct val="0"/>
              </a:spcBef>
              <a:spcAft>
                <a:spcPct val="0"/>
              </a:spcAft>
              <a:buClrTx/>
              <a:buSzTx/>
            </a:pPr>
            <a:r>
              <a:rPr kumimoji="0" lang="en-US" altLang="en-US" sz="2000" b="0" i="0" u="none" strike="noStrike" cap="none" normalizeH="0" baseline="0" dirty="0">
                <a:ln>
                  <a:noFill/>
                </a:ln>
                <a:solidFill>
                  <a:schemeClr val="tx1"/>
                </a:solidFill>
                <a:effectLst/>
              </a:rPr>
              <a:t>Most studies use </a:t>
            </a:r>
            <a:r>
              <a:rPr kumimoji="0" lang="en-US" altLang="en-US" sz="2000" b="1" i="0" u="none" strike="noStrike" cap="none" normalizeH="0" baseline="0" dirty="0">
                <a:ln>
                  <a:noFill/>
                </a:ln>
                <a:solidFill>
                  <a:schemeClr val="tx1"/>
                </a:solidFill>
                <a:effectLst/>
              </a:rPr>
              <a:t>simulated or small-scale datasets</a:t>
            </a:r>
            <a:r>
              <a:rPr kumimoji="0" lang="en-US" altLang="en-US" sz="2000" b="0" i="0" u="none" strike="noStrike" cap="none" normalizeH="0" baseline="0" dirty="0">
                <a:ln>
                  <a:noFill/>
                </a:ln>
                <a:solidFill>
                  <a:schemeClr val="tx1"/>
                </a:solidFill>
                <a:effectLst/>
              </a:rPr>
              <a:t>.</a:t>
            </a:r>
          </a:p>
          <a:p>
            <a:pPr defTabSz="914400" eaLnBrk="0" fontAlgn="base" hangingPunct="0">
              <a:spcBef>
                <a:spcPct val="0"/>
              </a:spcBef>
              <a:spcAft>
                <a:spcPct val="0"/>
              </a:spcAft>
              <a:buClrTx/>
              <a:buSzTx/>
            </a:pPr>
            <a:r>
              <a:rPr kumimoji="0" lang="en-US" altLang="en-US" sz="2000" b="0" i="0" u="none" strike="noStrike" cap="none" normalizeH="0" baseline="0" dirty="0">
                <a:ln>
                  <a:noFill/>
                </a:ln>
                <a:solidFill>
                  <a:schemeClr val="tx1"/>
                </a:solidFill>
                <a:effectLst/>
              </a:rPr>
              <a:t>Objective function weights are </a:t>
            </a:r>
            <a:r>
              <a:rPr kumimoji="0" lang="en-US" altLang="en-US" sz="2000" b="1" i="0" u="none" strike="noStrike" cap="none" normalizeH="0" baseline="0" dirty="0">
                <a:ln>
                  <a:noFill/>
                </a:ln>
                <a:solidFill>
                  <a:schemeClr val="tx1"/>
                </a:solidFill>
                <a:effectLst/>
              </a:rPr>
              <a:t>fixed and not adaptive</a:t>
            </a:r>
            <a:r>
              <a:rPr kumimoji="0" lang="en-US" altLang="en-US" sz="2000" b="0" i="0" u="none" strike="noStrike" cap="none" normalizeH="0" baseline="0" dirty="0">
                <a:ln>
                  <a:noFill/>
                </a:ln>
                <a:solidFill>
                  <a:schemeClr val="tx1"/>
                </a:solidFill>
                <a:effectLst/>
              </a:rPr>
              <a:t>.</a:t>
            </a:r>
          </a:p>
          <a:p>
            <a:pPr defTabSz="914400" eaLnBrk="0" fontAlgn="base" hangingPunct="0">
              <a:spcBef>
                <a:spcPct val="0"/>
              </a:spcBef>
              <a:spcAft>
                <a:spcPct val="0"/>
              </a:spcAft>
              <a:buClrTx/>
              <a:buSzTx/>
            </a:pPr>
            <a:r>
              <a:rPr kumimoji="0" lang="en-US" altLang="en-US" sz="2000" b="0" i="0" u="none" strike="noStrike" cap="none" normalizeH="0" baseline="0" dirty="0">
                <a:ln>
                  <a:noFill/>
                </a:ln>
                <a:solidFill>
                  <a:schemeClr val="tx1"/>
                </a:solidFill>
                <a:effectLst/>
              </a:rPr>
              <a:t>Emission calculations are </a:t>
            </a:r>
            <a:r>
              <a:rPr kumimoji="0" lang="en-US" altLang="en-US" sz="2000" b="1" i="0" u="none" strike="noStrike" cap="none" normalizeH="0" baseline="0" dirty="0">
                <a:ln>
                  <a:noFill/>
                </a:ln>
                <a:solidFill>
                  <a:schemeClr val="tx1"/>
                </a:solidFill>
                <a:effectLst/>
              </a:rPr>
              <a:t>simplified and static</a:t>
            </a:r>
            <a:r>
              <a:rPr kumimoji="0" lang="en-US" altLang="en-US" sz="2000" b="0" i="0" u="none" strike="noStrike" cap="none" normalizeH="0" baseline="0" dirty="0">
                <a:ln>
                  <a:noFill/>
                </a:ln>
                <a:solidFill>
                  <a:schemeClr val="tx1"/>
                </a:solidFill>
                <a:effectLst/>
              </a:rPr>
              <a:t>.</a:t>
            </a:r>
          </a:p>
          <a:p>
            <a:pPr defTabSz="914400" eaLnBrk="0" fontAlgn="base" hangingPunct="0">
              <a:spcBef>
                <a:spcPct val="0"/>
              </a:spcBef>
              <a:spcAft>
                <a:spcPct val="0"/>
              </a:spcAft>
              <a:buClrTx/>
              <a:buSzTx/>
            </a:pPr>
            <a:r>
              <a:rPr kumimoji="0" lang="en-US" altLang="en-US" sz="2000" b="0" i="0" u="none" strike="noStrike" cap="none" normalizeH="0" baseline="0" dirty="0">
                <a:ln>
                  <a:noFill/>
                </a:ln>
                <a:solidFill>
                  <a:schemeClr val="tx1"/>
                </a:solidFill>
                <a:effectLst/>
              </a:rPr>
              <a:t>No integration of </a:t>
            </a:r>
            <a:r>
              <a:rPr kumimoji="0" lang="en-US" altLang="en-US" sz="2000" b="1" i="0" u="none" strike="noStrike" cap="none" normalizeH="0" baseline="0" dirty="0">
                <a:ln>
                  <a:noFill/>
                </a:ln>
                <a:solidFill>
                  <a:schemeClr val="tx1"/>
                </a:solidFill>
                <a:effectLst/>
              </a:rPr>
              <a:t>machine learning for delay or taxi-time prediction</a:t>
            </a:r>
            <a:r>
              <a:rPr kumimoji="0" lang="en-US" altLang="en-US" sz="2000" b="0" i="0" u="none" strike="noStrike" cap="none" normalizeH="0" baseline="0" dirty="0">
                <a:ln>
                  <a:noFill/>
                </a:ln>
                <a:solidFill>
                  <a:schemeClr val="tx1"/>
                </a:solidFill>
                <a:effectLst/>
              </a:rPr>
              <a:t>.</a:t>
            </a:r>
          </a:p>
          <a:p>
            <a:pPr defTabSz="914400" eaLnBrk="0" fontAlgn="base" hangingPunct="0">
              <a:spcBef>
                <a:spcPct val="0"/>
              </a:spcBef>
              <a:spcAft>
                <a:spcPct val="0"/>
              </a:spcAft>
              <a:buClrTx/>
              <a:buSzTx/>
            </a:pPr>
            <a:r>
              <a:rPr kumimoji="0" lang="en-US" altLang="en-US" sz="2000" b="0" i="0" u="none" strike="noStrike" cap="none" normalizeH="0" baseline="0" dirty="0">
                <a:ln>
                  <a:noFill/>
                </a:ln>
                <a:solidFill>
                  <a:schemeClr val="tx1"/>
                </a:solidFill>
                <a:effectLst/>
              </a:rPr>
              <a:t>Limited handling of </a:t>
            </a:r>
            <a:r>
              <a:rPr kumimoji="0" lang="en-US" altLang="en-US" sz="2000" b="1" i="0" u="none" strike="noStrike" cap="none" normalizeH="0" baseline="0" dirty="0">
                <a:ln>
                  <a:noFill/>
                </a:ln>
                <a:solidFill>
                  <a:schemeClr val="tx1"/>
                </a:solidFill>
                <a:effectLst/>
              </a:rPr>
              <a:t>dynamic and real-time airport conditions</a:t>
            </a:r>
            <a:r>
              <a:rPr kumimoji="0" lang="en-US" altLang="en-US" sz="2000" b="0" i="0" u="none" strike="noStrike" cap="none" normalizeH="0" baseline="0" dirty="0">
                <a:ln>
                  <a:noFill/>
                </a:ln>
                <a:solidFill>
                  <a:schemeClr val="tx1"/>
                </a:solidFill>
                <a:effectLst/>
              </a:rPr>
              <a:t>.</a:t>
            </a:r>
          </a:p>
        </p:txBody>
      </p:sp>
    </p:spTree>
    <p:extLst>
      <p:ext uri="{BB962C8B-B14F-4D97-AF65-F5344CB8AC3E}">
        <p14:creationId xmlns:p14="http://schemas.microsoft.com/office/powerpoint/2010/main" val="379115475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370CC16-FD6A-7EA3-9D2A-E64925B1B44E}"/>
              </a:ext>
            </a:extLst>
          </p:cNvPr>
          <p:cNvSpPr>
            <a:spLocks noGrp="1"/>
          </p:cNvSpPr>
          <p:nvPr>
            <p:ph type="title"/>
          </p:nvPr>
        </p:nvSpPr>
        <p:spPr>
          <a:xfrm>
            <a:off x="1295402" y="772208"/>
            <a:ext cx="9601196" cy="1303867"/>
          </a:xfrm>
        </p:spPr>
        <p:txBody>
          <a:bodyPr/>
          <a:lstStyle/>
          <a:p>
            <a:r>
              <a:rPr lang="en-US" b="1" dirty="0">
                <a:solidFill>
                  <a:srgbClr val="FF0000"/>
                </a:solidFill>
              </a:rPr>
              <a:t>Scope and Objective</a:t>
            </a:r>
            <a:endParaRPr lang="en-IN" b="1" dirty="0">
              <a:solidFill>
                <a:srgbClr val="FF0000"/>
              </a:solidFill>
            </a:endParaRPr>
          </a:p>
        </p:txBody>
      </p:sp>
      <p:sp>
        <p:nvSpPr>
          <p:cNvPr id="8" name="Rectangle 4">
            <a:extLst>
              <a:ext uri="{FF2B5EF4-FFF2-40B4-BE49-F238E27FC236}">
                <a16:creationId xmlns:a16="http://schemas.microsoft.com/office/drawing/2014/main" id="{C7B94040-BAD8-636B-8158-6D1E4561FC1D}"/>
              </a:ext>
            </a:extLst>
          </p:cNvPr>
          <p:cNvSpPr>
            <a:spLocks noGrp="1" noChangeArrowheads="1"/>
          </p:cNvSpPr>
          <p:nvPr>
            <p:ph idx="1"/>
          </p:nvPr>
        </p:nvSpPr>
        <p:spPr bwMode="auto">
          <a:xfrm>
            <a:off x="1111046" y="2032375"/>
            <a:ext cx="10304208" cy="405341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r>
              <a:rPr lang="en-US" sz="1800" dirty="0"/>
              <a:t>Study and analyze an existing AGAP research model.</a:t>
            </a:r>
          </a:p>
          <a:p>
            <a:r>
              <a:rPr lang="en-US" sz="1800" dirty="0"/>
              <a:t>Identify limitations in static optimization approaches.</a:t>
            </a:r>
          </a:p>
          <a:p>
            <a:r>
              <a:rPr lang="en-US" sz="1800" dirty="0"/>
              <a:t>Design an intelligent and adaptive gate assignment framework.</a:t>
            </a:r>
          </a:p>
          <a:p>
            <a:r>
              <a:rPr lang="en-US" sz="1800" dirty="0"/>
              <a:t>Ensure the solution is suitable for research publication and real-world extension.</a:t>
            </a:r>
          </a:p>
          <a:p>
            <a:endParaRPr lang="en-US" sz="1800" dirty="0"/>
          </a:p>
          <a:p>
            <a:r>
              <a:rPr lang="en-US" sz="1800" dirty="0"/>
              <a:t>Minimize passenger walking distance.</a:t>
            </a:r>
          </a:p>
          <a:p>
            <a:r>
              <a:rPr lang="en-US" sz="1800" dirty="0"/>
              <a:t>Reduce aircraft taxiing distance and CO₂ emissions.</a:t>
            </a:r>
          </a:p>
          <a:p>
            <a:r>
              <a:rPr lang="en-US" sz="1800" dirty="0"/>
              <a:t>Improve gate utilization efficiency.</a:t>
            </a:r>
          </a:p>
          <a:p>
            <a:r>
              <a:rPr lang="en-US" sz="1800" dirty="0"/>
              <a:t>Introduce machine learning for predictive decision-making.</a:t>
            </a:r>
          </a:p>
          <a:p>
            <a:r>
              <a:rPr lang="en-US" sz="1800" dirty="0"/>
              <a:t>Develop a scalable and research-oriented solution.</a:t>
            </a:r>
          </a:p>
        </p:txBody>
      </p:sp>
    </p:spTree>
    <p:extLst>
      <p:ext uri="{BB962C8B-B14F-4D97-AF65-F5344CB8AC3E}">
        <p14:creationId xmlns:p14="http://schemas.microsoft.com/office/powerpoint/2010/main" val="261765274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2BF11A2-7FBE-6F11-447C-2B7D155E234C}"/>
              </a:ext>
            </a:extLst>
          </p:cNvPr>
          <p:cNvSpPr>
            <a:spLocks noGrp="1"/>
          </p:cNvSpPr>
          <p:nvPr>
            <p:ph type="title"/>
          </p:nvPr>
        </p:nvSpPr>
        <p:spPr/>
        <p:txBody>
          <a:bodyPr/>
          <a:lstStyle/>
          <a:p>
            <a:r>
              <a:rPr lang="en-US" b="1" dirty="0">
                <a:solidFill>
                  <a:srgbClr val="FF0000"/>
                </a:solidFill>
              </a:rPr>
              <a:t>Methodology</a:t>
            </a:r>
            <a:endParaRPr lang="en-IN" b="1" dirty="0">
              <a:solidFill>
                <a:srgbClr val="FF0000"/>
              </a:solidFill>
            </a:endParaRPr>
          </a:p>
        </p:txBody>
      </p:sp>
      <p:sp>
        <p:nvSpPr>
          <p:cNvPr id="8" name="Rectangle 4">
            <a:extLst>
              <a:ext uri="{FF2B5EF4-FFF2-40B4-BE49-F238E27FC236}">
                <a16:creationId xmlns:a16="http://schemas.microsoft.com/office/drawing/2014/main" id="{B4F01B97-4983-2D4D-30EE-77F6E3059607}"/>
              </a:ext>
            </a:extLst>
          </p:cNvPr>
          <p:cNvSpPr>
            <a:spLocks noGrp="1" noChangeArrowheads="1"/>
          </p:cNvSpPr>
          <p:nvPr>
            <p:ph idx="1"/>
          </p:nvPr>
        </p:nvSpPr>
        <p:spPr bwMode="auto">
          <a:xfrm>
            <a:off x="1445342" y="2067520"/>
            <a:ext cx="8367251" cy="427809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None/>
              <a:tabLst/>
            </a:pPr>
            <a:r>
              <a:rPr kumimoji="0" lang="en-US" altLang="en-US" sz="1600" b="1" i="0" u="none" strike="noStrike" cap="none" normalizeH="0" baseline="0" dirty="0">
                <a:ln>
                  <a:noFill/>
                </a:ln>
                <a:solidFill>
                  <a:schemeClr val="tx1"/>
                </a:solidFill>
                <a:effectLst/>
              </a:rPr>
              <a:t>Study of Existing AGAP Model</a:t>
            </a:r>
            <a:endParaRPr kumimoji="0" lang="en-US" altLang="en-US" sz="16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600" b="0" i="0" u="none" strike="noStrike" cap="none" normalizeH="0" baseline="0" dirty="0">
                <a:ln>
                  <a:noFill/>
                </a:ln>
                <a:solidFill>
                  <a:schemeClr val="tx1"/>
                </a:solidFill>
                <a:effectLst/>
              </a:rPr>
              <a:t>Analyze Genetic Algorithm-based optimization.</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600" b="0" i="0" u="none" strike="noStrike" cap="none" normalizeH="0" baseline="0" dirty="0">
                <a:ln>
                  <a:noFill/>
                </a:ln>
                <a:solidFill>
                  <a:schemeClr val="tx1"/>
                </a:solidFill>
                <a:effectLst/>
              </a:rPr>
              <a:t>Understand emission and passenger comfort objectives.</a:t>
            </a:r>
          </a:p>
          <a:p>
            <a:pPr marL="0" marR="0" lvl="0" indent="0" algn="l" defTabSz="914400" rtl="0" eaLnBrk="0" fontAlgn="base" latinLnBrk="0" hangingPunct="0">
              <a:lnSpc>
                <a:spcPct val="100000"/>
              </a:lnSpc>
              <a:spcBef>
                <a:spcPct val="0"/>
              </a:spcBef>
              <a:spcAft>
                <a:spcPct val="0"/>
              </a:spcAft>
              <a:buClrTx/>
              <a:buSzTx/>
              <a:buNone/>
              <a:tabLst/>
            </a:pPr>
            <a:r>
              <a:rPr kumimoji="0" lang="en-US" altLang="en-US" sz="1600" b="1" i="0" u="none" strike="noStrike" cap="none" normalizeH="0" baseline="0" dirty="0">
                <a:ln>
                  <a:noFill/>
                </a:ln>
                <a:solidFill>
                  <a:schemeClr val="tx1"/>
                </a:solidFill>
                <a:effectLst/>
              </a:rPr>
              <a:t>Data Preparation</a:t>
            </a:r>
            <a:endParaRPr kumimoji="0" lang="en-US" altLang="en-US" sz="16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600" b="0" i="0" u="none" strike="noStrike" cap="none" normalizeH="0" baseline="0" dirty="0">
                <a:ln>
                  <a:noFill/>
                </a:ln>
                <a:solidFill>
                  <a:schemeClr val="tx1"/>
                </a:solidFill>
                <a:effectLst/>
              </a:rPr>
              <a:t>Flight schedules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600" b="0" i="0" u="none" strike="noStrike" cap="none" normalizeH="0" baseline="0" dirty="0">
                <a:ln>
                  <a:noFill/>
                </a:ln>
                <a:solidFill>
                  <a:schemeClr val="tx1"/>
                </a:solidFill>
                <a:effectLst/>
              </a:rPr>
              <a:t>Gate information</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600" b="0" i="0" u="none" strike="noStrike" cap="none" normalizeH="0" baseline="0" dirty="0">
                <a:ln>
                  <a:noFill/>
                </a:ln>
                <a:solidFill>
                  <a:schemeClr val="tx1"/>
                </a:solidFill>
                <a:effectLst/>
              </a:rPr>
              <a:t>Aircraft categories</a:t>
            </a:r>
          </a:p>
          <a:p>
            <a:pPr marL="0" marR="0" lvl="0" indent="0" algn="l" defTabSz="914400" rtl="0" eaLnBrk="0" fontAlgn="base" latinLnBrk="0" hangingPunct="0">
              <a:lnSpc>
                <a:spcPct val="100000"/>
              </a:lnSpc>
              <a:spcBef>
                <a:spcPct val="0"/>
              </a:spcBef>
              <a:spcAft>
                <a:spcPct val="0"/>
              </a:spcAft>
              <a:buClrTx/>
              <a:buSzTx/>
              <a:buNone/>
              <a:tabLst/>
            </a:pPr>
            <a:r>
              <a:rPr kumimoji="0" lang="en-US" altLang="en-US" sz="1600" b="1" i="0" u="none" strike="noStrike" cap="none" normalizeH="0" baseline="0" dirty="0">
                <a:ln>
                  <a:noFill/>
                </a:ln>
                <a:solidFill>
                  <a:schemeClr val="tx1"/>
                </a:solidFill>
                <a:effectLst/>
              </a:rPr>
              <a:t>Optimization Using Genetic Algorithm</a:t>
            </a:r>
            <a:endParaRPr kumimoji="0" lang="en-US" altLang="en-US" sz="16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600" b="0" i="0" u="none" strike="noStrike" cap="none" normalizeH="0" baseline="0" dirty="0">
                <a:ln>
                  <a:noFill/>
                </a:ln>
                <a:solidFill>
                  <a:schemeClr val="tx1"/>
                </a:solidFill>
                <a:effectLst/>
              </a:rPr>
              <a:t>Encoding gate assignments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600" b="0" i="0" u="none" strike="noStrike" cap="none" normalizeH="0" baseline="0" dirty="0">
                <a:ln>
                  <a:noFill/>
                </a:ln>
                <a:solidFill>
                  <a:schemeClr val="tx1"/>
                </a:solidFill>
                <a:effectLst/>
              </a:rPr>
              <a:t>Fitness evaluation</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600" b="0" i="0" u="none" strike="noStrike" cap="none" normalizeH="0" baseline="0" dirty="0">
                <a:ln>
                  <a:noFill/>
                </a:ln>
                <a:solidFill>
                  <a:schemeClr val="tx1"/>
                </a:solidFill>
                <a:effectLst/>
              </a:rPr>
              <a:t>Selection, crossover, and mutation</a:t>
            </a:r>
          </a:p>
          <a:p>
            <a:pPr marL="0" marR="0" lvl="0" indent="0" algn="l" defTabSz="914400" rtl="0" eaLnBrk="0" fontAlgn="base" latinLnBrk="0" hangingPunct="0">
              <a:lnSpc>
                <a:spcPct val="100000"/>
              </a:lnSpc>
              <a:spcBef>
                <a:spcPct val="0"/>
              </a:spcBef>
              <a:spcAft>
                <a:spcPct val="0"/>
              </a:spcAft>
              <a:buClrTx/>
              <a:buSzTx/>
              <a:buNone/>
              <a:tabLst/>
            </a:pPr>
            <a:r>
              <a:rPr kumimoji="0" lang="en-US" altLang="en-US" sz="1600" b="1" i="0" u="none" strike="noStrike" cap="none" normalizeH="0" baseline="0" dirty="0">
                <a:ln>
                  <a:noFill/>
                </a:ln>
                <a:solidFill>
                  <a:schemeClr val="tx1"/>
                </a:solidFill>
                <a:effectLst/>
              </a:rPr>
              <a:t>Proposed Enhancement</a:t>
            </a:r>
            <a:endParaRPr kumimoji="0" lang="en-US" altLang="en-US" sz="16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600" b="0" i="0" u="none" strike="noStrike" cap="none" normalizeH="0" baseline="0" dirty="0">
                <a:ln>
                  <a:noFill/>
                </a:ln>
                <a:solidFill>
                  <a:schemeClr val="tx1"/>
                </a:solidFill>
                <a:effectLst/>
              </a:rPr>
              <a:t>Machine learning-based prediction of delays or taxi time</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600" b="0" i="0" u="none" strike="noStrike" cap="none" normalizeH="0" baseline="0" dirty="0">
                <a:ln>
                  <a:noFill/>
                </a:ln>
                <a:solidFill>
                  <a:schemeClr val="tx1"/>
                </a:solidFill>
                <a:effectLst/>
              </a:rPr>
              <a:t>Adaptive optimization instead of fixed weights</a:t>
            </a:r>
          </a:p>
          <a:p>
            <a:pPr marL="0" marR="0" lvl="0" indent="0" algn="l" defTabSz="914400" rtl="0" eaLnBrk="0" fontAlgn="base" latinLnBrk="0" hangingPunct="0">
              <a:lnSpc>
                <a:spcPct val="100000"/>
              </a:lnSpc>
              <a:spcBef>
                <a:spcPct val="0"/>
              </a:spcBef>
              <a:spcAft>
                <a:spcPct val="0"/>
              </a:spcAft>
              <a:buClrTx/>
              <a:buSzTx/>
              <a:buNone/>
              <a:tabLst/>
            </a:pPr>
            <a:r>
              <a:rPr kumimoji="0" lang="en-US" altLang="en-US" sz="1600" b="1" i="0" u="none" strike="noStrike" cap="none" normalizeH="0" baseline="0" dirty="0">
                <a:ln>
                  <a:noFill/>
                </a:ln>
                <a:solidFill>
                  <a:schemeClr val="tx1"/>
                </a:solidFill>
                <a:effectLst/>
              </a:rPr>
              <a:t>Evaluation</a:t>
            </a:r>
            <a:endParaRPr kumimoji="0" lang="en-US" altLang="en-US" sz="16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600" b="0" i="0" u="none" strike="noStrike" cap="none" normalizeH="0" baseline="0" dirty="0">
                <a:ln>
                  <a:noFill/>
                </a:ln>
                <a:solidFill>
                  <a:schemeClr val="tx1"/>
                </a:solidFill>
                <a:effectLst/>
              </a:rPr>
              <a:t>Compare baseline and optimized results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600" b="0" i="0" u="none" strike="noStrike" cap="none" normalizeH="0" baseline="0" dirty="0">
                <a:ln>
                  <a:noFill/>
                </a:ln>
                <a:solidFill>
                  <a:schemeClr val="tx1"/>
                </a:solidFill>
                <a:effectLst/>
              </a:rPr>
              <a:t>Analyze emission reduction and efficiency improvement</a:t>
            </a:r>
          </a:p>
        </p:txBody>
      </p:sp>
    </p:spTree>
    <p:extLst>
      <p:ext uri="{BB962C8B-B14F-4D97-AF65-F5344CB8AC3E}">
        <p14:creationId xmlns:p14="http://schemas.microsoft.com/office/powerpoint/2010/main" val="149178599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C1FB9A4-8376-1A66-8F26-CA5C9727FD9D}"/>
              </a:ext>
            </a:extLst>
          </p:cNvPr>
          <p:cNvSpPr>
            <a:spLocks noGrp="1"/>
          </p:cNvSpPr>
          <p:nvPr>
            <p:ph type="title"/>
          </p:nvPr>
        </p:nvSpPr>
        <p:spPr/>
        <p:txBody>
          <a:bodyPr/>
          <a:lstStyle/>
          <a:p>
            <a:r>
              <a:rPr lang="en-US" b="1" dirty="0">
                <a:solidFill>
                  <a:srgbClr val="FF0000"/>
                </a:solidFill>
              </a:rPr>
              <a:t>Expected Outcome</a:t>
            </a:r>
            <a:endParaRPr lang="en-IN" b="1" dirty="0">
              <a:solidFill>
                <a:srgbClr val="FF0000"/>
              </a:solidFill>
            </a:endParaRPr>
          </a:p>
        </p:txBody>
      </p:sp>
      <p:sp>
        <p:nvSpPr>
          <p:cNvPr id="7" name="Rectangle 3">
            <a:extLst>
              <a:ext uri="{FF2B5EF4-FFF2-40B4-BE49-F238E27FC236}">
                <a16:creationId xmlns:a16="http://schemas.microsoft.com/office/drawing/2014/main" id="{E043CDF9-37CD-64A9-BD3F-0A2DFD4AA80E}"/>
              </a:ext>
            </a:extLst>
          </p:cNvPr>
          <p:cNvSpPr>
            <a:spLocks noGrp="1" noChangeArrowheads="1"/>
          </p:cNvSpPr>
          <p:nvPr>
            <p:ph idx="1"/>
          </p:nvPr>
        </p:nvSpPr>
        <p:spPr bwMode="auto">
          <a:xfrm>
            <a:off x="1619865" y="2817676"/>
            <a:ext cx="5165004" cy="17543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defTabSz="914400" eaLnBrk="0" fontAlgn="base" hangingPunct="0">
              <a:spcBef>
                <a:spcPct val="0"/>
              </a:spcBef>
              <a:spcAft>
                <a:spcPct val="0"/>
              </a:spcAft>
              <a:buClrTx/>
              <a:buSzTx/>
            </a:pPr>
            <a:r>
              <a:rPr kumimoji="0" lang="en-US" altLang="en-US" sz="1800" b="0" i="0" u="none" strike="noStrike" cap="none" normalizeH="0" baseline="0" dirty="0">
                <a:ln>
                  <a:noFill/>
                </a:ln>
                <a:solidFill>
                  <a:schemeClr val="tx1"/>
                </a:solidFill>
                <a:effectLst/>
              </a:rPr>
              <a:t>Reduced CO₂ emissions during ground operations.</a:t>
            </a:r>
          </a:p>
          <a:p>
            <a:pPr defTabSz="914400" eaLnBrk="0" fontAlgn="base" hangingPunct="0">
              <a:spcBef>
                <a:spcPct val="0"/>
              </a:spcBef>
              <a:spcAft>
                <a:spcPct val="0"/>
              </a:spcAft>
              <a:buClrTx/>
              <a:buSzTx/>
            </a:pPr>
            <a:r>
              <a:rPr kumimoji="0" lang="en-US" altLang="en-US" sz="1800" b="0" i="0" u="none" strike="noStrike" cap="none" normalizeH="0" baseline="0" dirty="0">
                <a:ln>
                  <a:noFill/>
                </a:ln>
                <a:solidFill>
                  <a:schemeClr val="tx1"/>
                </a:solidFill>
                <a:effectLst/>
              </a:rPr>
              <a:t>Decreased passenger walking distance.</a:t>
            </a:r>
          </a:p>
          <a:p>
            <a:pPr defTabSz="914400" eaLnBrk="0" fontAlgn="base" hangingPunct="0">
              <a:spcBef>
                <a:spcPct val="0"/>
              </a:spcBef>
              <a:spcAft>
                <a:spcPct val="0"/>
              </a:spcAft>
              <a:buClrTx/>
              <a:buSzTx/>
            </a:pPr>
            <a:r>
              <a:rPr kumimoji="0" lang="en-US" altLang="en-US" sz="1800" b="0" i="0" u="none" strike="noStrike" cap="none" normalizeH="0" baseline="0" dirty="0">
                <a:ln>
                  <a:noFill/>
                </a:ln>
                <a:solidFill>
                  <a:schemeClr val="tx1"/>
                </a:solidFill>
                <a:effectLst/>
              </a:rPr>
              <a:t>Improved gate utilization and reduced congestion.</a:t>
            </a:r>
          </a:p>
          <a:p>
            <a:pPr defTabSz="914400" eaLnBrk="0" fontAlgn="base" hangingPunct="0">
              <a:spcBef>
                <a:spcPct val="0"/>
              </a:spcBef>
              <a:spcAft>
                <a:spcPct val="0"/>
              </a:spcAft>
              <a:buClrTx/>
              <a:buSzTx/>
            </a:pPr>
            <a:r>
              <a:rPr kumimoji="0" lang="en-US" altLang="en-US" sz="1800" b="0" i="0" u="none" strike="noStrike" cap="none" normalizeH="0" baseline="0" dirty="0">
                <a:ln>
                  <a:noFill/>
                </a:ln>
                <a:solidFill>
                  <a:schemeClr val="tx1"/>
                </a:solidFill>
                <a:effectLst/>
              </a:rPr>
              <a:t>Intelligent and adaptive gate assignment decisions.</a:t>
            </a:r>
          </a:p>
          <a:p>
            <a:pPr defTabSz="914400" eaLnBrk="0" fontAlgn="base" hangingPunct="0">
              <a:spcBef>
                <a:spcPct val="0"/>
              </a:spcBef>
              <a:spcAft>
                <a:spcPct val="0"/>
              </a:spcAft>
              <a:buClrTx/>
              <a:buSzTx/>
            </a:pPr>
            <a:r>
              <a:rPr kumimoji="0" lang="en-US" altLang="en-US" sz="1800" b="0" i="0" u="none" strike="noStrike" cap="none" normalizeH="0" baseline="0" dirty="0">
                <a:ln>
                  <a:noFill/>
                </a:ln>
                <a:solidFill>
                  <a:schemeClr val="tx1"/>
                </a:solidFill>
                <a:effectLst/>
              </a:rPr>
              <a:t>A system suitable for conference paper publication.</a:t>
            </a:r>
          </a:p>
          <a:p>
            <a:pPr defTabSz="914400" eaLnBrk="0" fontAlgn="base" hangingPunct="0">
              <a:spcBef>
                <a:spcPct val="0"/>
              </a:spcBef>
              <a:spcAft>
                <a:spcPct val="0"/>
              </a:spcAft>
              <a:buClrTx/>
              <a:buSzTx/>
            </a:pPr>
            <a:r>
              <a:rPr kumimoji="0" lang="en-US" altLang="en-US" sz="1800" b="0" i="0" u="none" strike="noStrike" cap="none" normalizeH="0" baseline="0" dirty="0">
                <a:ln>
                  <a:noFill/>
                </a:ln>
                <a:solidFill>
                  <a:schemeClr val="tx1"/>
                </a:solidFill>
                <a:effectLst/>
              </a:rPr>
              <a:t>A strong final-year project with real-world relevance.</a:t>
            </a:r>
          </a:p>
        </p:txBody>
      </p:sp>
    </p:spTree>
    <p:extLst>
      <p:ext uri="{BB962C8B-B14F-4D97-AF65-F5344CB8AC3E}">
        <p14:creationId xmlns:p14="http://schemas.microsoft.com/office/powerpoint/2010/main" val="17310885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49AB9B-70E0-EA27-5FC7-824E501F65CF}"/>
              </a:ext>
            </a:extLst>
          </p:cNvPr>
          <p:cNvSpPr>
            <a:spLocks noGrp="1"/>
          </p:cNvSpPr>
          <p:nvPr>
            <p:ph type="title"/>
          </p:nvPr>
        </p:nvSpPr>
        <p:spPr/>
        <p:txBody>
          <a:bodyPr/>
          <a:lstStyle/>
          <a:p>
            <a:r>
              <a:rPr lang="en-US" b="1" dirty="0">
                <a:solidFill>
                  <a:srgbClr val="FF0000"/>
                </a:solidFill>
              </a:rPr>
              <a:t>Tools and Technologies</a:t>
            </a:r>
            <a:endParaRPr lang="en-IN" b="1" dirty="0">
              <a:solidFill>
                <a:srgbClr val="FF0000"/>
              </a:solidFill>
            </a:endParaRPr>
          </a:p>
        </p:txBody>
      </p:sp>
      <p:sp>
        <p:nvSpPr>
          <p:cNvPr id="6" name="Rectangle 2">
            <a:extLst>
              <a:ext uri="{FF2B5EF4-FFF2-40B4-BE49-F238E27FC236}">
                <a16:creationId xmlns:a16="http://schemas.microsoft.com/office/drawing/2014/main" id="{C9ED9816-6D89-AC0D-EE33-124B80846904}"/>
              </a:ext>
            </a:extLst>
          </p:cNvPr>
          <p:cNvSpPr>
            <a:spLocks noGrp="1" noChangeArrowheads="1"/>
          </p:cNvSpPr>
          <p:nvPr>
            <p:ph idx="1"/>
          </p:nvPr>
        </p:nvSpPr>
        <p:spPr bwMode="auto">
          <a:xfrm>
            <a:off x="1383891" y="2995108"/>
            <a:ext cx="5817298" cy="17543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defTabSz="914400" eaLnBrk="0" fontAlgn="base" hangingPunct="0">
              <a:spcBef>
                <a:spcPct val="0"/>
              </a:spcBef>
              <a:spcAft>
                <a:spcPct val="0"/>
              </a:spcAft>
              <a:buClrTx/>
              <a:buSzTx/>
            </a:pPr>
            <a:r>
              <a:rPr kumimoji="0" lang="en-US" altLang="en-US" sz="1800" b="1" i="0" u="none" strike="noStrike" cap="none" normalizeH="0" baseline="0" dirty="0">
                <a:ln>
                  <a:noFill/>
                </a:ln>
                <a:solidFill>
                  <a:schemeClr val="tx1"/>
                </a:solidFill>
                <a:effectLst/>
              </a:rPr>
              <a:t>Programming Language:</a:t>
            </a:r>
            <a:r>
              <a:rPr kumimoji="0" lang="en-US" altLang="en-US" sz="1800" b="0" i="0" u="none" strike="noStrike" cap="none" normalizeH="0" baseline="0" dirty="0">
                <a:ln>
                  <a:noFill/>
                </a:ln>
                <a:solidFill>
                  <a:schemeClr val="tx1"/>
                </a:solidFill>
                <a:effectLst/>
              </a:rPr>
              <a:t> Python</a:t>
            </a:r>
          </a:p>
          <a:p>
            <a:pPr defTabSz="914400" eaLnBrk="0" fontAlgn="base" hangingPunct="0">
              <a:spcBef>
                <a:spcPct val="0"/>
              </a:spcBef>
              <a:spcAft>
                <a:spcPct val="0"/>
              </a:spcAft>
              <a:buClrTx/>
              <a:buSzTx/>
            </a:pPr>
            <a:r>
              <a:rPr kumimoji="0" lang="en-US" altLang="en-US" sz="1800" b="1" i="0" u="none" strike="noStrike" cap="none" normalizeH="0" baseline="0" dirty="0">
                <a:ln>
                  <a:noFill/>
                </a:ln>
                <a:solidFill>
                  <a:schemeClr val="tx1"/>
                </a:solidFill>
                <a:effectLst/>
              </a:rPr>
              <a:t>Libraries:</a:t>
            </a:r>
            <a:r>
              <a:rPr kumimoji="0" lang="en-US" altLang="en-US" sz="1800" b="0" i="0" u="none" strike="noStrike" cap="none" normalizeH="0" baseline="0" dirty="0">
                <a:ln>
                  <a:noFill/>
                </a:ln>
                <a:solidFill>
                  <a:schemeClr val="tx1"/>
                </a:solidFill>
                <a:effectLst/>
              </a:rPr>
              <a:t> NumPy, Pandas, Matplotlib</a:t>
            </a:r>
          </a:p>
          <a:p>
            <a:pPr defTabSz="914400" eaLnBrk="0" fontAlgn="base" hangingPunct="0">
              <a:spcBef>
                <a:spcPct val="0"/>
              </a:spcBef>
              <a:spcAft>
                <a:spcPct val="0"/>
              </a:spcAft>
              <a:buClrTx/>
              <a:buSzTx/>
            </a:pPr>
            <a:r>
              <a:rPr kumimoji="0" lang="en-US" altLang="en-US" sz="1800" b="1" i="0" u="none" strike="noStrike" cap="none" normalizeH="0" baseline="0" dirty="0">
                <a:ln>
                  <a:noFill/>
                </a:ln>
                <a:solidFill>
                  <a:schemeClr val="tx1"/>
                </a:solidFill>
                <a:effectLst/>
              </a:rPr>
              <a:t>Optimization:</a:t>
            </a:r>
            <a:r>
              <a:rPr kumimoji="0" lang="en-US" altLang="en-US" sz="1800" b="0" i="0" u="none" strike="noStrike" cap="none" normalizeH="0" baseline="0" dirty="0">
                <a:ln>
                  <a:noFill/>
                </a:ln>
                <a:solidFill>
                  <a:schemeClr val="tx1"/>
                </a:solidFill>
                <a:effectLst/>
              </a:rPr>
              <a:t> Genetic Algorithm</a:t>
            </a:r>
          </a:p>
          <a:p>
            <a:pPr defTabSz="914400" eaLnBrk="0" fontAlgn="base" hangingPunct="0">
              <a:spcBef>
                <a:spcPct val="0"/>
              </a:spcBef>
              <a:spcAft>
                <a:spcPct val="0"/>
              </a:spcAft>
              <a:buClrTx/>
              <a:buSzTx/>
            </a:pPr>
            <a:r>
              <a:rPr kumimoji="0" lang="en-US" altLang="en-US" sz="1800" b="1" i="0" u="none" strike="noStrike" cap="none" normalizeH="0" baseline="0" dirty="0">
                <a:ln>
                  <a:noFill/>
                </a:ln>
                <a:solidFill>
                  <a:schemeClr val="tx1"/>
                </a:solidFill>
                <a:effectLst/>
              </a:rPr>
              <a:t>Machine Learning:</a:t>
            </a:r>
            <a:r>
              <a:rPr kumimoji="0" lang="en-US" altLang="en-US" sz="1800" b="0" i="0" u="none" strike="noStrike" cap="none" normalizeH="0" baseline="0" dirty="0">
                <a:ln>
                  <a:noFill/>
                </a:ln>
                <a:solidFill>
                  <a:schemeClr val="tx1"/>
                </a:solidFill>
                <a:effectLst/>
              </a:rPr>
              <a:t> Scikit-learn</a:t>
            </a:r>
          </a:p>
          <a:p>
            <a:pPr defTabSz="914400" eaLnBrk="0" fontAlgn="base" hangingPunct="0">
              <a:spcBef>
                <a:spcPct val="0"/>
              </a:spcBef>
              <a:spcAft>
                <a:spcPct val="0"/>
              </a:spcAft>
              <a:buClrTx/>
              <a:buSzTx/>
            </a:pPr>
            <a:r>
              <a:rPr kumimoji="0" lang="en-US" altLang="en-US" sz="1800" b="1" i="0" u="none" strike="noStrike" cap="none" normalizeH="0" baseline="0" dirty="0">
                <a:ln>
                  <a:noFill/>
                </a:ln>
                <a:solidFill>
                  <a:schemeClr val="tx1"/>
                </a:solidFill>
                <a:effectLst/>
              </a:rPr>
              <a:t>Visualization:</a:t>
            </a:r>
            <a:r>
              <a:rPr kumimoji="0" lang="en-US" altLang="en-US" sz="1800" b="0" i="0" u="none" strike="noStrike" cap="none" normalizeH="0" baseline="0" dirty="0">
                <a:ln>
                  <a:noFill/>
                </a:ln>
                <a:solidFill>
                  <a:schemeClr val="tx1"/>
                </a:solidFill>
                <a:effectLst/>
              </a:rPr>
              <a:t> Charts and AI-generated explanatory videos</a:t>
            </a:r>
          </a:p>
          <a:p>
            <a:pPr defTabSz="914400" eaLnBrk="0" fontAlgn="base" hangingPunct="0">
              <a:spcBef>
                <a:spcPct val="0"/>
              </a:spcBef>
              <a:spcAft>
                <a:spcPct val="0"/>
              </a:spcAft>
              <a:buClrTx/>
              <a:buSzTx/>
            </a:pPr>
            <a:r>
              <a:rPr kumimoji="0" lang="en-US" altLang="en-US" sz="1800" b="1" i="0" u="none" strike="noStrike" cap="none" normalizeH="0" baseline="0" dirty="0">
                <a:ln>
                  <a:noFill/>
                </a:ln>
                <a:solidFill>
                  <a:schemeClr val="tx1"/>
                </a:solidFill>
                <a:effectLst/>
              </a:rPr>
              <a:t>Documentation:</a:t>
            </a:r>
            <a:r>
              <a:rPr kumimoji="0" lang="en-US" altLang="en-US" sz="1800" b="0" i="0" u="none" strike="noStrike" cap="none" normalizeH="0" baseline="0" dirty="0">
                <a:ln>
                  <a:noFill/>
                </a:ln>
                <a:solidFill>
                  <a:schemeClr val="tx1"/>
                </a:solidFill>
                <a:effectLst/>
              </a:rPr>
              <a:t> IEEE research paper format</a:t>
            </a:r>
          </a:p>
        </p:txBody>
      </p:sp>
    </p:spTree>
    <p:extLst>
      <p:ext uri="{BB962C8B-B14F-4D97-AF65-F5344CB8AC3E}">
        <p14:creationId xmlns:p14="http://schemas.microsoft.com/office/powerpoint/2010/main" val="196743785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A9AA57-9E41-1F2B-9994-4BEB32EC05E0}"/>
              </a:ext>
            </a:extLst>
          </p:cNvPr>
          <p:cNvSpPr>
            <a:spLocks noGrp="1"/>
          </p:cNvSpPr>
          <p:nvPr>
            <p:ph type="title"/>
          </p:nvPr>
        </p:nvSpPr>
        <p:spPr/>
        <p:txBody>
          <a:bodyPr/>
          <a:lstStyle/>
          <a:p>
            <a:r>
              <a:rPr lang="en-US" b="1" dirty="0">
                <a:solidFill>
                  <a:srgbClr val="FF0000"/>
                </a:solidFill>
              </a:rPr>
              <a:t>Implementation</a:t>
            </a:r>
            <a:endParaRPr lang="en-IN" b="1" dirty="0">
              <a:solidFill>
                <a:srgbClr val="FF0000"/>
              </a:solidFill>
            </a:endParaRPr>
          </a:p>
        </p:txBody>
      </p:sp>
      <p:sp>
        <p:nvSpPr>
          <p:cNvPr id="6" name="Rectangle 2">
            <a:extLst>
              <a:ext uri="{FF2B5EF4-FFF2-40B4-BE49-F238E27FC236}">
                <a16:creationId xmlns:a16="http://schemas.microsoft.com/office/drawing/2014/main" id="{FF6FD35A-1CE1-3C09-4E6A-31A677B4A846}"/>
              </a:ext>
            </a:extLst>
          </p:cNvPr>
          <p:cNvSpPr>
            <a:spLocks noGrp="1" noChangeArrowheads="1"/>
          </p:cNvSpPr>
          <p:nvPr>
            <p:ph idx="1"/>
          </p:nvPr>
        </p:nvSpPr>
        <p:spPr bwMode="auto">
          <a:xfrm>
            <a:off x="1295402" y="3033222"/>
            <a:ext cx="6563848" cy="147732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defTabSz="914400" eaLnBrk="0" fontAlgn="base" hangingPunct="0">
              <a:spcBef>
                <a:spcPct val="0"/>
              </a:spcBef>
              <a:spcAft>
                <a:spcPct val="0"/>
              </a:spcAft>
              <a:buClrTx/>
              <a:buSzTx/>
            </a:pPr>
            <a:r>
              <a:rPr kumimoji="0" lang="en-US" altLang="en-US" sz="1800" b="0" i="0" u="none" strike="noStrike" cap="none" normalizeH="0" baseline="0" dirty="0">
                <a:ln>
                  <a:noFill/>
                </a:ln>
                <a:solidFill>
                  <a:schemeClr val="tx1"/>
                </a:solidFill>
                <a:effectLst/>
              </a:rPr>
              <a:t>Phase 1: Study and replication of existing AGAP optimization logic.</a:t>
            </a:r>
          </a:p>
          <a:p>
            <a:pPr defTabSz="914400" eaLnBrk="0" fontAlgn="base" hangingPunct="0">
              <a:spcBef>
                <a:spcPct val="0"/>
              </a:spcBef>
              <a:spcAft>
                <a:spcPct val="0"/>
              </a:spcAft>
              <a:buClrTx/>
              <a:buSzTx/>
            </a:pPr>
            <a:r>
              <a:rPr kumimoji="0" lang="en-US" altLang="en-US" sz="1800" b="0" i="0" u="none" strike="noStrike" cap="none" normalizeH="0" baseline="0" dirty="0">
                <a:ln>
                  <a:noFill/>
                </a:ln>
                <a:solidFill>
                  <a:schemeClr val="tx1"/>
                </a:solidFill>
                <a:effectLst/>
              </a:rPr>
              <a:t>Phase 2: Design of enhanced adaptive optimization model.</a:t>
            </a:r>
          </a:p>
          <a:p>
            <a:pPr defTabSz="914400" eaLnBrk="0" fontAlgn="base" hangingPunct="0">
              <a:spcBef>
                <a:spcPct val="0"/>
              </a:spcBef>
              <a:spcAft>
                <a:spcPct val="0"/>
              </a:spcAft>
              <a:buClrTx/>
              <a:buSzTx/>
            </a:pPr>
            <a:r>
              <a:rPr kumimoji="0" lang="en-US" altLang="en-US" sz="1800" b="0" i="0" u="none" strike="noStrike" cap="none" normalizeH="0" baseline="0" dirty="0">
                <a:ln>
                  <a:noFill/>
                </a:ln>
                <a:solidFill>
                  <a:schemeClr val="tx1"/>
                </a:solidFill>
                <a:effectLst/>
              </a:rPr>
              <a:t>Phase 3: Integration of machine learning-based prediction.</a:t>
            </a:r>
          </a:p>
          <a:p>
            <a:pPr defTabSz="914400" eaLnBrk="0" fontAlgn="base" hangingPunct="0">
              <a:spcBef>
                <a:spcPct val="0"/>
              </a:spcBef>
              <a:spcAft>
                <a:spcPct val="0"/>
              </a:spcAft>
              <a:buClrTx/>
              <a:buSzTx/>
            </a:pPr>
            <a:r>
              <a:rPr kumimoji="0" lang="en-US" altLang="en-US" sz="1800" b="0" i="0" u="none" strike="noStrike" cap="none" normalizeH="0" baseline="0" dirty="0">
                <a:ln>
                  <a:noFill/>
                </a:ln>
                <a:solidFill>
                  <a:schemeClr val="tx1"/>
                </a:solidFill>
                <a:effectLst/>
              </a:rPr>
              <a:t>Phase 4: Performance evaluation and result analysis.</a:t>
            </a:r>
          </a:p>
          <a:p>
            <a:pPr defTabSz="914400" eaLnBrk="0" fontAlgn="base" hangingPunct="0">
              <a:spcBef>
                <a:spcPct val="0"/>
              </a:spcBef>
              <a:spcAft>
                <a:spcPct val="0"/>
              </a:spcAft>
              <a:buClrTx/>
              <a:buSzTx/>
            </a:pPr>
            <a:r>
              <a:rPr kumimoji="0" lang="en-US" altLang="en-US" sz="1800" b="0" i="0" u="none" strike="noStrike" cap="none" normalizeH="0" baseline="0" dirty="0">
                <a:ln>
                  <a:noFill/>
                </a:ln>
                <a:solidFill>
                  <a:schemeClr val="tx1"/>
                </a:solidFill>
                <a:effectLst/>
              </a:rPr>
              <a:t>Phase 5: Research paper writing and system demonstration.</a:t>
            </a:r>
          </a:p>
        </p:txBody>
      </p:sp>
    </p:spTree>
    <p:extLst>
      <p:ext uri="{BB962C8B-B14F-4D97-AF65-F5344CB8AC3E}">
        <p14:creationId xmlns:p14="http://schemas.microsoft.com/office/powerpoint/2010/main" val="335772105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8F8DB4-349B-9BC4-1827-5D8B313A82C7}"/>
              </a:ext>
            </a:extLst>
          </p:cNvPr>
          <p:cNvSpPr>
            <a:spLocks noGrp="1"/>
          </p:cNvSpPr>
          <p:nvPr>
            <p:ph type="title"/>
          </p:nvPr>
        </p:nvSpPr>
        <p:spPr/>
        <p:txBody>
          <a:bodyPr/>
          <a:lstStyle/>
          <a:p>
            <a:r>
              <a:rPr lang="en-US" b="1" dirty="0">
                <a:solidFill>
                  <a:srgbClr val="FF0000"/>
                </a:solidFill>
              </a:rPr>
              <a:t>References</a:t>
            </a:r>
            <a:endParaRPr lang="en-IN" b="1" dirty="0">
              <a:solidFill>
                <a:srgbClr val="FF0000"/>
              </a:solidFill>
            </a:endParaRPr>
          </a:p>
        </p:txBody>
      </p:sp>
      <p:sp>
        <p:nvSpPr>
          <p:cNvPr id="6" name="Rectangle 2">
            <a:extLst>
              <a:ext uri="{FF2B5EF4-FFF2-40B4-BE49-F238E27FC236}">
                <a16:creationId xmlns:a16="http://schemas.microsoft.com/office/drawing/2014/main" id="{3E29FB69-81B5-C9A9-346C-4811E92A97BB}"/>
              </a:ext>
            </a:extLst>
          </p:cNvPr>
          <p:cNvSpPr>
            <a:spLocks noGrp="1" noChangeArrowheads="1"/>
          </p:cNvSpPr>
          <p:nvPr>
            <p:ph idx="1"/>
          </p:nvPr>
        </p:nvSpPr>
        <p:spPr bwMode="auto">
          <a:xfrm>
            <a:off x="1295402" y="2996803"/>
            <a:ext cx="8404993" cy="120032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defTabSz="914400" eaLnBrk="0" fontAlgn="base" hangingPunct="0">
              <a:spcBef>
                <a:spcPct val="0"/>
              </a:spcBef>
              <a:spcAft>
                <a:spcPct val="0"/>
              </a:spcAft>
              <a:buClrTx/>
              <a:buSzTx/>
            </a:pPr>
            <a:r>
              <a:rPr kumimoji="0" lang="en-US" altLang="en-US" sz="1800" b="0" i="0" u="none" strike="noStrike" cap="none" normalizeH="0" baseline="0" dirty="0" err="1">
                <a:ln>
                  <a:noFill/>
                </a:ln>
                <a:solidFill>
                  <a:schemeClr val="tx1"/>
                </a:solidFill>
                <a:effectLst/>
              </a:rPr>
              <a:t>Bagioneta</a:t>
            </a:r>
            <a:r>
              <a:rPr kumimoji="0" lang="en-US" altLang="en-US" sz="1800" b="0" i="0" u="none" strike="noStrike" cap="none" normalizeH="0" baseline="0" dirty="0">
                <a:ln>
                  <a:noFill/>
                </a:ln>
                <a:solidFill>
                  <a:schemeClr val="tx1"/>
                </a:solidFill>
                <a:effectLst/>
              </a:rPr>
              <a:t> et al., </a:t>
            </a:r>
            <a:r>
              <a:rPr kumimoji="0" lang="en-US" altLang="en-US" sz="1800" b="0" i="1" u="none" strike="noStrike" cap="none" normalizeH="0" baseline="0" dirty="0">
                <a:ln>
                  <a:noFill/>
                </a:ln>
                <a:solidFill>
                  <a:schemeClr val="tx1"/>
                </a:solidFill>
                <a:effectLst/>
              </a:rPr>
              <a:t>A Model for the Airport Gate Assignment Problem (AGAP) with GHG </a:t>
            </a:r>
          </a:p>
          <a:p>
            <a:pPr defTabSz="914400" eaLnBrk="0" fontAlgn="base" hangingPunct="0">
              <a:spcBef>
                <a:spcPct val="0"/>
              </a:spcBef>
              <a:spcAft>
                <a:spcPct val="0"/>
              </a:spcAft>
              <a:buClrTx/>
              <a:buSzTx/>
            </a:pPr>
            <a:r>
              <a:rPr kumimoji="0" lang="en-US" altLang="en-US" sz="1800" b="0" i="1" u="none" strike="noStrike" cap="none" normalizeH="0" baseline="0" dirty="0">
                <a:ln>
                  <a:noFill/>
                </a:ln>
                <a:solidFill>
                  <a:schemeClr val="tx1"/>
                </a:solidFill>
                <a:effectLst/>
              </a:rPr>
              <a:t>Emissions Considerations</a:t>
            </a:r>
            <a:r>
              <a:rPr kumimoji="0" lang="en-US" altLang="en-US" sz="1800" b="0" i="0" u="none" strike="noStrike" cap="none" normalizeH="0" baseline="0" dirty="0">
                <a:ln>
                  <a:noFill/>
                </a:ln>
                <a:solidFill>
                  <a:schemeClr val="tx1"/>
                </a:solidFill>
                <a:effectLst/>
              </a:rPr>
              <a:t>, Journal of Air Transport Research Society, 2025.</a:t>
            </a:r>
          </a:p>
          <a:p>
            <a:pPr defTabSz="914400" eaLnBrk="0" fontAlgn="base" hangingPunct="0">
              <a:spcBef>
                <a:spcPct val="0"/>
              </a:spcBef>
              <a:spcAft>
                <a:spcPct val="0"/>
              </a:spcAft>
              <a:buClrTx/>
              <a:buSzTx/>
            </a:pPr>
            <a:r>
              <a:rPr kumimoji="0" lang="en-US" altLang="en-US" sz="1800" b="0" i="0" u="none" strike="noStrike" cap="none" normalizeH="0" baseline="0" dirty="0" err="1">
                <a:ln>
                  <a:noFill/>
                </a:ln>
                <a:solidFill>
                  <a:schemeClr val="tx1"/>
                </a:solidFill>
                <a:effectLst/>
              </a:rPr>
              <a:t>Dorndorf</a:t>
            </a:r>
            <a:r>
              <a:rPr kumimoji="0" lang="en-US" altLang="en-US" sz="1800" b="0" i="0" u="none" strike="noStrike" cap="none" normalizeH="0" baseline="0" dirty="0">
                <a:ln>
                  <a:noFill/>
                </a:ln>
                <a:solidFill>
                  <a:schemeClr val="tx1"/>
                </a:solidFill>
                <a:effectLst/>
              </a:rPr>
              <a:t> et al., </a:t>
            </a:r>
            <a:r>
              <a:rPr kumimoji="0" lang="en-US" altLang="en-US" sz="1800" b="0" i="1" u="none" strike="noStrike" cap="none" normalizeH="0" baseline="0" dirty="0">
                <a:ln>
                  <a:noFill/>
                </a:ln>
                <a:solidFill>
                  <a:schemeClr val="tx1"/>
                </a:solidFill>
                <a:effectLst/>
              </a:rPr>
              <a:t>Flight Gate Scheduling: State-of-the-Art</a:t>
            </a:r>
            <a:r>
              <a:rPr kumimoji="0" lang="en-US" altLang="en-US" sz="1800" b="0" i="0" u="none" strike="noStrike" cap="none" normalizeH="0" baseline="0" dirty="0">
                <a:ln>
                  <a:noFill/>
                </a:ln>
                <a:solidFill>
                  <a:schemeClr val="tx1"/>
                </a:solidFill>
                <a:effectLst/>
              </a:rPr>
              <a:t>, Omega Journal.</a:t>
            </a:r>
          </a:p>
          <a:p>
            <a:pPr defTabSz="914400" eaLnBrk="0" fontAlgn="base" hangingPunct="0">
              <a:spcBef>
                <a:spcPct val="0"/>
              </a:spcBef>
              <a:spcAft>
                <a:spcPct val="0"/>
              </a:spcAft>
              <a:buClrTx/>
              <a:buSzTx/>
            </a:pPr>
            <a:r>
              <a:rPr kumimoji="0" lang="en-US" altLang="en-US" sz="1800" b="0" i="0" u="none" strike="noStrike" cap="none" normalizeH="0" baseline="0" dirty="0">
                <a:ln>
                  <a:noFill/>
                </a:ln>
                <a:solidFill>
                  <a:schemeClr val="tx1"/>
                </a:solidFill>
                <a:effectLst/>
              </a:rPr>
              <a:t>Cheng et al., </a:t>
            </a:r>
            <a:r>
              <a:rPr kumimoji="0" lang="en-US" altLang="en-US" sz="1800" b="0" i="1" u="none" strike="noStrike" cap="none" normalizeH="0" baseline="0" dirty="0">
                <a:ln>
                  <a:noFill/>
                </a:ln>
                <a:solidFill>
                  <a:schemeClr val="tx1"/>
                </a:solidFill>
                <a:effectLst/>
              </a:rPr>
              <a:t>Meta-Heuristics for Airport Gate Assignment</a:t>
            </a:r>
            <a:r>
              <a:rPr kumimoji="0" lang="en-US" altLang="en-US" sz="1800" b="0" i="0" u="none" strike="noStrike" cap="none" normalizeH="0" baseline="0" dirty="0">
                <a:ln>
                  <a:noFill/>
                </a:ln>
                <a:solidFill>
                  <a:schemeClr val="tx1"/>
                </a:solidFill>
                <a:effectLst/>
              </a:rPr>
              <a:t>, Expert Systems with Applications.</a:t>
            </a:r>
          </a:p>
        </p:txBody>
      </p:sp>
    </p:spTree>
    <p:extLst>
      <p:ext uri="{BB962C8B-B14F-4D97-AF65-F5344CB8AC3E}">
        <p14:creationId xmlns:p14="http://schemas.microsoft.com/office/powerpoint/2010/main" val="837169431"/>
      </p:ext>
    </p:extLst>
  </p:cSld>
  <p:clrMapOvr>
    <a:masterClrMapping/>
  </p:clrMapOvr>
</p:sld>
</file>

<file path=ppt/theme/_rels/theme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image" Target="../media/image1.jpeg"/></Relationships>
</file>

<file path=ppt/theme/theme1.xml><?xml version="1.0" encoding="utf-8"?>
<a:theme xmlns:a="http://schemas.openxmlformats.org/drawingml/2006/main" name="Organic">
  <a:themeElements>
    <a:clrScheme name="Organic">
      <a:dk1>
        <a:sysClr val="windowText" lastClr="000000"/>
      </a:dk1>
      <a:lt1>
        <a:sysClr val="window" lastClr="FFFFFF"/>
      </a:lt1>
      <a:dk2>
        <a:srgbClr val="212121"/>
      </a:dk2>
      <a:lt2>
        <a:srgbClr val="DADADA"/>
      </a:lt2>
      <a:accent1>
        <a:srgbClr val="83992A"/>
      </a:accent1>
      <a:accent2>
        <a:srgbClr val="3C9770"/>
      </a:accent2>
      <a:accent3>
        <a:srgbClr val="44709D"/>
      </a:accent3>
      <a:accent4>
        <a:srgbClr val="A23C33"/>
      </a:accent4>
      <a:accent5>
        <a:srgbClr val="D97828"/>
      </a:accent5>
      <a:accent6>
        <a:srgbClr val="DEB340"/>
      </a:accent6>
      <a:hlink>
        <a:srgbClr val="A8BF4D"/>
      </a:hlink>
      <a:folHlink>
        <a:srgbClr val="B4CA80"/>
      </a:folHlink>
    </a:clrScheme>
    <a:fontScheme name="Organic">
      <a:majorFont>
        <a:latin typeface="Garamond" panose="02020404030301010803"/>
        <a:ea typeface=""/>
        <a:cs typeface=""/>
        <a:font script="Jpan" typeface="ＭＳ Ｐゴシック"/>
        <a:font script="Hang" typeface="돋움"/>
        <a:font script="Hans" typeface="方正舒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Garamond" panose="02020404030301010803"/>
        <a:ea typeface=""/>
        <a:cs typeface=""/>
        <a:font script="Jpan" typeface="ＭＳ Ｐ明朝"/>
        <a:font script="Hang" typeface="바탕"/>
        <a:font script="Hans" typeface="方正舒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inorFont>
    </a:fontScheme>
    <a:fmtScheme name="Organic">
      <a:fillStyleLst>
        <a:solidFill>
          <a:schemeClr val="phClr"/>
        </a:solidFill>
        <a:gradFill rotWithShape="1">
          <a:gsLst>
            <a:gs pos="0">
              <a:schemeClr val="phClr">
                <a:tint val="60000"/>
                <a:lumMod val="110000"/>
              </a:schemeClr>
            </a:gs>
            <a:gs pos="100000">
              <a:schemeClr val="phClr">
                <a:tint val="82000"/>
              </a:schemeClr>
            </a:gs>
          </a:gsLst>
          <a:lin ang="5400000" scaled="0"/>
        </a:gradFill>
        <a:blipFill>
          <a:blip xmlns:r="http://schemas.openxmlformats.org/officeDocument/2006/relationships" r:embed="rId1">
            <a:duotone>
              <a:schemeClr val="phClr">
                <a:shade val="74000"/>
                <a:satMod val="130000"/>
                <a:lumMod val="90000"/>
              </a:schemeClr>
              <a:schemeClr val="phClr">
                <a:tint val="94000"/>
                <a:satMod val="120000"/>
                <a:lumMod val="104000"/>
              </a:schemeClr>
            </a:duotone>
          </a:blip>
          <a:tile tx="0" ty="0" sx="100000" sy="100000" flip="none" algn="tl"/>
        </a:blipFill>
      </a:fillStyleLst>
      <a:lnStyleLst>
        <a:ln w="9525"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innerShdw blurRad="25400" dist="12700" dir="13500000">
              <a:srgbClr val="000000">
                <a:alpha val="45000"/>
              </a:srgbClr>
            </a:innerShdw>
          </a:effectLst>
        </a:effectStyle>
        <a:effectStyle>
          <a:effectLst>
            <a:outerShdw blurRad="38100" dist="25400" dir="5400000" rotWithShape="0">
              <a:srgbClr val="000000">
                <a:alpha val="60000"/>
              </a:srgbClr>
            </a:outerShdw>
          </a:effectLst>
        </a:effectStyle>
      </a:effectStyleLst>
      <a:bgFillStyleLst>
        <a:solidFill>
          <a:schemeClr val="phClr"/>
        </a:solidFill>
        <a:gradFill rotWithShape="1">
          <a:gsLst>
            <a:gs pos="0">
              <a:schemeClr val="phClr">
                <a:tint val="90000"/>
                <a:lumMod val="110000"/>
              </a:schemeClr>
            </a:gs>
            <a:gs pos="100000">
              <a:schemeClr val="phClr">
                <a:shade val="88000"/>
                <a:lumMod val="98000"/>
              </a:schemeClr>
            </a:gs>
          </a:gsLst>
          <a:lin ang="5400000" scaled="0"/>
        </a:gradFill>
        <a:blipFill>
          <a:blip xmlns:r="http://schemas.openxmlformats.org/officeDocument/2006/relationships" r:embed="rId2"/>
          <a:stretch/>
        </a:blipFill>
      </a:bgFillStyleLst>
    </a:fmtScheme>
  </a:themeElements>
  <a:objectDefaults/>
  <a:extraClrSchemeLst/>
  <a:extLst>
    <a:ext uri="{05A4C25C-085E-4340-85A3-A5531E510DB2}">
      <thm15:themeFamily xmlns:thm15="http://schemas.microsoft.com/office/thememl/2012/main" name="Organic" id="{28CDC826-8792-45C0-861B-85EB3ADEDA33}" vid="{7DAC20F1-423D-49E2-BD0B-50532748BAD0}"/>
    </a:ext>
  </a:extLst>
</a:theme>
</file>

<file path=docProps/app.xml><?xml version="1.0" encoding="utf-8"?>
<Properties xmlns="http://schemas.openxmlformats.org/officeDocument/2006/extended-properties" xmlns:vt="http://schemas.openxmlformats.org/officeDocument/2006/docPropsVTypes">
  <Template>Organic</Template>
  <TotalTime>161</TotalTime>
  <Words>652</Words>
  <Application>Microsoft Office PowerPoint</Application>
  <PresentationFormat>Widescreen</PresentationFormat>
  <Paragraphs>86</Paragraphs>
  <Slides>10</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10</vt:i4>
      </vt:variant>
    </vt:vector>
  </HeadingPairs>
  <TitlesOfParts>
    <vt:vector size="14" baseType="lpstr">
      <vt:lpstr>Arial</vt:lpstr>
      <vt:lpstr>Cambria</vt:lpstr>
      <vt:lpstr>Garamond</vt:lpstr>
      <vt:lpstr>Organic</vt:lpstr>
      <vt:lpstr>PowerPoint Presentation</vt:lpstr>
      <vt:lpstr>Abstract</vt:lpstr>
      <vt:lpstr>Literature Survey</vt:lpstr>
      <vt:lpstr>Research Gap</vt:lpstr>
      <vt:lpstr>Scope and Objective</vt:lpstr>
      <vt:lpstr>Methodology</vt:lpstr>
      <vt:lpstr>Expected Outcome</vt:lpstr>
      <vt:lpstr>Tools and Technologies</vt:lpstr>
      <vt:lpstr>Implementation</vt:lpstr>
      <vt:lpstr>References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mahanth reddy</dc:creator>
  <cp:lastModifiedBy>R Balaji</cp:lastModifiedBy>
  <cp:revision>3</cp:revision>
  <dcterms:created xsi:type="dcterms:W3CDTF">2026-01-06T09:43:39Z</dcterms:created>
  <dcterms:modified xsi:type="dcterms:W3CDTF">2026-02-16T06:54:29Z</dcterms:modified>
</cp:coreProperties>
</file>