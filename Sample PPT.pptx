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41" r:id="rId1"/>
  </p:sldMasterIdLst>
  <p:notesMasterIdLst>
    <p:notesMasterId r:id="rId17"/>
  </p:notesMasterIdLst>
  <p:sldIdLst>
    <p:sldId id="439" r:id="rId2"/>
    <p:sldId id="440" r:id="rId3"/>
    <p:sldId id="441" r:id="rId4"/>
    <p:sldId id="442" r:id="rId5"/>
    <p:sldId id="446" r:id="rId6"/>
    <p:sldId id="443" r:id="rId7"/>
    <p:sldId id="444" r:id="rId8"/>
    <p:sldId id="447" r:id="rId9"/>
    <p:sldId id="448" r:id="rId10"/>
    <p:sldId id="449" r:id="rId11"/>
    <p:sldId id="450" r:id="rId12"/>
    <p:sldId id="451" r:id="rId13"/>
    <p:sldId id="453" r:id="rId14"/>
    <p:sldId id="454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0F2"/>
    <a:srgbClr val="E43C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E7959-5EA6-4DC4-9751-BBC5BFE761A8}" v="101" dt="2025-12-19T04:15:35.171"/>
  </p1510:revLst>
</p1510:revInfo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471" autoAdjust="0"/>
    <p:restoredTop sz="94660"/>
  </p:normalViewPr>
  <p:slideViewPr>
    <p:cSldViewPr snapToGrid="0">
      <p:cViewPr varScale="1">
        <p:scale>
          <a:sx n="82" d="100"/>
          <a:sy n="82" d="100"/>
        </p:scale>
        <p:origin x="87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 Balaji" userId="4dba723c3a32d248" providerId="LiveId" clId="{3F78ACB6-8BB7-4C37-97A2-AA167F684D98}"/>
    <pc:docChg chg="undo custSel addSld delSld modSld">
      <pc:chgData name="R Balaji" userId="4dba723c3a32d248" providerId="LiveId" clId="{3F78ACB6-8BB7-4C37-97A2-AA167F684D98}" dt="2025-12-19T05:43:12.056" v="614" actId="47"/>
      <pc:docMkLst>
        <pc:docMk/>
      </pc:docMkLst>
      <pc:sldChg chg="modSp mod">
        <pc:chgData name="R Balaji" userId="4dba723c3a32d248" providerId="LiveId" clId="{3F78ACB6-8BB7-4C37-97A2-AA167F684D98}" dt="2025-12-18T11:12:26.344" v="263"/>
        <pc:sldMkLst>
          <pc:docMk/>
          <pc:sldMk cId="785170434" sldId="439"/>
        </pc:sldMkLst>
        <pc:spChg chg="mod">
          <ac:chgData name="R Balaji" userId="4dba723c3a32d248" providerId="LiveId" clId="{3F78ACB6-8BB7-4C37-97A2-AA167F684D98}" dt="2025-12-18T11:12:26.344" v="263"/>
          <ac:spMkLst>
            <pc:docMk/>
            <pc:sldMk cId="785170434" sldId="439"/>
            <ac:spMk id="3" creationId="{00000000-0000-0000-0000-000000000000}"/>
          </ac:spMkLst>
        </pc:spChg>
      </pc:sldChg>
      <pc:sldChg chg="addSp delSp modSp mod">
        <pc:chgData name="R Balaji" userId="4dba723c3a32d248" providerId="LiveId" clId="{3F78ACB6-8BB7-4C37-97A2-AA167F684D98}" dt="2025-12-18T11:13:59.140" v="277" actId="255"/>
        <pc:sldMkLst>
          <pc:docMk/>
          <pc:sldMk cId="2896223381" sldId="440"/>
        </pc:sldMkLst>
        <pc:spChg chg="add mod">
          <ac:chgData name="R Balaji" userId="4dba723c3a32d248" providerId="LiveId" clId="{3F78ACB6-8BB7-4C37-97A2-AA167F684D98}" dt="2025-12-18T11:13:59.140" v="277" actId="255"/>
          <ac:spMkLst>
            <pc:docMk/>
            <pc:sldMk cId="2896223381" sldId="440"/>
            <ac:spMk id="3" creationId="{DB6E43D6-6B35-5C7D-785A-FF72603D4BFD}"/>
          </ac:spMkLst>
        </pc:spChg>
        <pc:spChg chg="del mod">
          <ac:chgData name="R Balaji" userId="4dba723c3a32d248" providerId="LiveId" clId="{3F78ACB6-8BB7-4C37-97A2-AA167F684D98}" dt="2025-12-18T11:12:55.108" v="265"/>
          <ac:spMkLst>
            <pc:docMk/>
            <pc:sldMk cId="2896223381" sldId="440"/>
            <ac:spMk id="5" creationId="{37E5179F-10CF-7092-2CFF-B1FB9C1756E7}"/>
          </ac:spMkLst>
        </pc:spChg>
      </pc:sldChg>
      <pc:sldChg chg="addSp delSp modSp mod">
        <pc:chgData name="R Balaji" userId="4dba723c3a32d248" providerId="LiveId" clId="{3F78ACB6-8BB7-4C37-97A2-AA167F684D98}" dt="2025-12-18T11:15:48.353" v="298" actId="14100"/>
        <pc:sldMkLst>
          <pc:docMk/>
          <pc:sldMk cId="1545549031" sldId="441"/>
        </pc:sldMkLst>
        <pc:spChg chg="add">
          <ac:chgData name="R Balaji" userId="4dba723c3a32d248" providerId="LiveId" clId="{3F78ACB6-8BB7-4C37-97A2-AA167F684D98}" dt="2025-12-18T11:14:41.709" v="280"/>
          <ac:spMkLst>
            <pc:docMk/>
            <pc:sldMk cId="1545549031" sldId="441"/>
            <ac:spMk id="3" creationId="{19AF5DC3-93BA-8113-FD4E-242E62145AEC}"/>
          </ac:spMkLst>
        </pc:spChg>
        <pc:spChg chg="add">
          <ac:chgData name="R Balaji" userId="4dba723c3a32d248" providerId="LiveId" clId="{3F78ACB6-8BB7-4C37-97A2-AA167F684D98}" dt="2025-12-18T11:14:44.868" v="281"/>
          <ac:spMkLst>
            <pc:docMk/>
            <pc:sldMk cId="1545549031" sldId="441"/>
            <ac:spMk id="4" creationId="{1EA07DE7-F91F-777D-42EF-F428684CCC8F}"/>
          </ac:spMkLst>
        </pc:spChg>
        <pc:spChg chg="add">
          <ac:chgData name="R Balaji" userId="4dba723c3a32d248" providerId="LiveId" clId="{3F78ACB6-8BB7-4C37-97A2-AA167F684D98}" dt="2025-12-18T11:14:48.865" v="283"/>
          <ac:spMkLst>
            <pc:docMk/>
            <pc:sldMk cId="1545549031" sldId="441"/>
            <ac:spMk id="5" creationId="{04D83D1C-6D0B-56A9-F4D4-DA10F7C89EDE}"/>
          </ac:spMkLst>
        </pc:spChg>
        <pc:spChg chg="mod">
          <ac:chgData name="R Balaji" userId="4dba723c3a32d248" providerId="LiveId" clId="{3F78ACB6-8BB7-4C37-97A2-AA167F684D98}" dt="2025-12-18T11:15:48.353" v="298" actId="14100"/>
          <ac:spMkLst>
            <pc:docMk/>
            <pc:sldMk cId="1545549031" sldId="441"/>
            <ac:spMk id="6" creationId="{B975AD1A-561B-4E7A-FCC1-F194FCD29D89}"/>
          </ac:spMkLst>
        </pc:spChg>
        <pc:spChg chg="add del mod">
          <ac:chgData name="R Balaji" userId="4dba723c3a32d248" providerId="LiveId" clId="{3F78ACB6-8BB7-4C37-97A2-AA167F684D98}" dt="2025-12-18T11:15:15.885" v="288" actId="478"/>
          <ac:spMkLst>
            <pc:docMk/>
            <pc:sldMk cId="1545549031" sldId="441"/>
            <ac:spMk id="7" creationId="{FC547E01-7BD0-17B9-E661-DA0F074710A4}"/>
          </ac:spMkLst>
        </pc:spChg>
      </pc:sldChg>
      <pc:sldChg chg="addSp delSp modSp mod">
        <pc:chgData name="R Balaji" userId="4dba723c3a32d248" providerId="LiveId" clId="{3F78ACB6-8BB7-4C37-97A2-AA167F684D98}" dt="2025-12-18T11:17:13.408" v="308" actId="1076"/>
        <pc:sldMkLst>
          <pc:docMk/>
          <pc:sldMk cId="810441521" sldId="442"/>
        </pc:sldMkLst>
        <pc:spChg chg="add mod">
          <ac:chgData name="R Balaji" userId="4dba723c3a32d248" providerId="LiveId" clId="{3F78ACB6-8BB7-4C37-97A2-AA167F684D98}" dt="2025-12-18T11:17:13.408" v="308" actId="1076"/>
          <ac:spMkLst>
            <pc:docMk/>
            <pc:sldMk cId="810441521" sldId="442"/>
            <ac:spMk id="3" creationId="{97E1A6D9-25BB-D75B-5B2E-E44A84029B0D}"/>
          </ac:spMkLst>
        </pc:spChg>
        <pc:spChg chg="del mod">
          <ac:chgData name="R Balaji" userId="4dba723c3a32d248" providerId="LiveId" clId="{3F78ACB6-8BB7-4C37-97A2-AA167F684D98}" dt="2025-12-18T11:16:30.665" v="300"/>
          <ac:spMkLst>
            <pc:docMk/>
            <pc:sldMk cId="810441521" sldId="442"/>
            <ac:spMk id="5" creationId="{C187F3C4-E0B6-605E-17A5-C55C3A28EB87}"/>
          </ac:spMkLst>
        </pc:spChg>
      </pc:sldChg>
      <pc:sldChg chg="addSp delSp modSp mod">
        <pc:chgData name="R Balaji" userId="4dba723c3a32d248" providerId="LiveId" clId="{3F78ACB6-8BB7-4C37-97A2-AA167F684D98}" dt="2025-12-18T11:19:43.070" v="335" actId="12"/>
        <pc:sldMkLst>
          <pc:docMk/>
          <pc:sldMk cId="3598194838" sldId="443"/>
        </pc:sldMkLst>
        <pc:spChg chg="add">
          <ac:chgData name="R Balaji" userId="4dba723c3a32d248" providerId="LiveId" clId="{3F78ACB6-8BB7-4C37-97A2-AA167F684D98}" dt="2025-12-18T11:18:35.102" v="317"/>
          <ac:spMkLst>
            <pc:docMk/>
            <pc:sldMk cId="3598194838" sldId="443"/>
            <ac:spMk id="3" creationId="{A0C5E35C-F420-FD54-8BD3-D003130D505D}"/>
          </ac:spMkLst>
        </pc:spChg>
        <pc:spChg chg="add del mod">
          <ac:chgData name="R Balaji" userId="4dba723c3a32d248" providerId="LiveId" clId="{3F78ACB6-8BB7-4C37-97A2-AA167F684D98}" dt="2025-12-18T11:18:46.087" v="321" actId="478"/>
          <ac:spMkLst>
            <pc:docMk/>
            <pc:sldMk cId="3598194838" sldId="443"/>
            <ac:spMk id="4" creationId="{5575AC0D-3F73-4E83-19A9-3006F9440D7E}"/>
          </ac:spMkLst>
        </pc:spChg>
        <pc:spChg chg="del mod">
          <ac:chgData name="R Balaji" userId="4dba723c3a32d248" providerId="LiveId" clId="{3F78ACB6-8BB7-4C37-97A2-AA167F684D98}" dt="2025-12-18T11:18:39.524" v="320"/>
          <ac:spMkLst>
            <pc:docMk/>
            <pc:sldMk cId="3598194838" sldId="443"/>
            <ac:spMk id="5" creationId="{A4FA47FA-DF31-89D7-42AA-369912B72891}"/>
          </ac:spMkLst>
        </pc:spChg>
        <pc:spChg chg="add del mod">
          <ac:chgData name="R Balaji" userId="4dba723c3a32d248" providerId="LiveId" clId="{3F78ACB6-8BB7-4C37-97A2-AA167F684D98}" dt="2025-12-18T11:18:48.900" v="322"/>
          <ac:spMkLst>
            <pc:docMk/>
            <pc:sldMk cId="3598194838" sldId="443"/>
            <ac:spMk id="6" creationId="{DFD0E998-D7F7-F559-BC86-6D9C62E015F2}"/>
          </ac:spMkLst>
        </pc:spChg>
        <pc:spChg chg="add mod">
          <ac:chgData name="R Balaji" userId="4dba723c3a32d248" providerId="LiveId" clId="{3F78ACB6-8BB7-4C37-97A2-AA167F684D98}" dt="2025-12-18T11:19:43.070" v="335" actId="12"/>
          <ac:spMkLst>
            <pc:docMk/>
            <pc:sldMk cId="3598194838" sldId="443"/>
            <ac:spMk id="7" creationId="{71C88B96-E0CE-EDE7-5CAB-834FEFEAEF50}"/>
          </ac:spMkLst>
        </pc:spChg>
      </pc:sldChg>
      <pc:sldChg chg="addSp delSp modSp mod">
        <pc:chgData name="R Balaji" userId="4dba723c3a32d248" providerId="LiveId" clId="{3F78ACB6-8BB7-4C37-97A2-AA167F684D98}" dt="2025-12-18T11:20:45.043" v="344" actId="12"/>
        <pc:sldMkLst>
          <pc:docMk/>
          <pc:sldMk cId="3070833657" sldId="444"/>
        </pc:sldMkLst>
        <pc:spChg chg="add mod">
          <ac:chgData name="R Balaji" userId="4dba723c3a32d248" providerId="LiveId" clId="{3F78ACB6-8BB7-4C37-97A2-AA167F684D98}" dt="2025-12-18T11:20:45.043" v="344" actId="12"/>
          <ac:spMkLst>
            <pc:docMk/>
            <pc:sldMk cId="3070833657" sldId="444"/>
            <ac:spMk id="3" creationId="{3B1DE481-DED9-76EE-99C5-614F4DDACE25}"/>
          </ac:spMkLst>
        </pc:spChg>
        <pc:spChg chg="del mod">
          <ac:chgData name="R Balaji" userId="4dba723c3a32d248" providerId="LiveId" clId="{3F78ACB6-8BB7-4C37-97A2-AA167F684D98}" dt="2025-12-18T11:19:59.676" v="337"/>
          <ac:spMkLst>
            <pc:docMk/>
            <pc:sldMk cId="3070833657" sldId="444"/>
            <ac:spMk id="8" creationId="{95CBF5E4-31BB-FF54-742F-E0505F527570}"/>
          </ac:spMkLst>
        </pc:spChg>
      </pc:sldChg>
      <pc:sldChg chg="addSp delSp modSp mod">
        <pc:chgData name="R Balaji" userId="4dba723c3a32d248" providerId="LiveId" clId="{3F78ACB6-8BB7-4C37-97A2-AA167F684D98}" dt="2025-12-18T11:18:16.228" v="316" actId="14100"/>
        <pc:sldMkLst>
          <pc:docMk/>
          <pc:sldMk cId="3675079841" sldId="446"/>
        </pc:sldMkLst>
        <pc:spChg chg="add mod">
          <ac:chgData name="R Balaji" userId="4dba723c3a32d248" providerId="LiveId" clId="{3F78ACB6-8BB7-4C37-97A2-AA167F684D98}" dt="2025-12-18T11:18:16.228" v="316" actId="14100"/>
          <ac:spMkLst>
            <pc:docMk/>
            <pc:sldMk cId="3675079841" sldId="446"/>
            <ac:spMk id="3" creationId="{CF40A6DF-A11C-CB67-0677-14B9EC0843D8}"/>
          </ac:spMkLst>
        </pc:spChg>
        <pc:spChg chg="del mod">
          <ac:chgData name="R Balaji" userId="4dba723c3a32d248" providerId="LiveId" clId="{3F78ACB6-8BB7-4C37-97A2-AA167F684D98}" dt="2025-12-18T11:17:49.282" v="310"/>
          <ac:spMkLst>
            <pc:docMk/>
            <pc:sldMk cId="3675079841" sldId="446"/>
            <ac:spMk id="5" creationId="{F5392750-954A-E0E2-9657-9E71783707CE}"/>
          </ac:spMkLst>
        </pc:spChg>
      </pc:sldChg>
      <pc:sldChg chg="addSp delSp modSp mod">
        <pc:chgData name="R Balaji" userId="4dba723c3a32d248" providerId="LiveId" clId="{3F78ACB6-8BB7-4C37-97A2-AA167F684D98}" dt="2025-12-18T11:22:05.694" v="358" actId="12"/>
        <pc:sldMkLst>
          <pc:docMk/>
          <pc:sldMk cId="2547660745" sldId="447"/>
        </pc:sldMkLst>
        <pc:spChg chg="add">
          <ac:chgData name="R Balaji" userId="4dba723c3a32d248" providerId="LiveId" clId="{3F78ACB6-8BB7-4C37-97A2-AA167F684D98}" dt="2025-12-18T11:21:16.997" v="345"/>
          <ac:spMkLst>
            <pc:docMk/>
            <pc:sldMk cId="2547660745" sldId="447"/>
            <ac:spMk id="3" creationId="{535A1CFE-55BD-86B5-7B69-72DA332BF56C}"/>
          </ac:spMkLst>
        </pc:spChg>
        <pc:spChg chg="add del mod">
          <ac:chgData name="R Balaji" userId="4dba723c3a32d248" providerId="LiveId" clId="{3F78ACB6-8BB7-4C37-97A2-AA167F684D98}" dt="2025-12-18T11:21:32.383" v="349" actId="478"/>
          <ac:spMkLst>
            <pc:docMk/>
            <pc:sldMk cId="2547660745" sldId="447"/>
            <ac:spMk id="4" creationId="{F6E9EE25-E250-7204-0076-52CD1DED364C}"/>
          </ac:spMkLst>
        </pc:spChg>
        <pc:spChg chg="del mod">
          <ac:chgData name="R Balaji" userId="4dba723c3a32d248" providerId="LiveId" clId="{3F78ACB6-8BB7-4C37-97A2-AA167F684D98}" dt="2025-12-18T11:21:21.057" v="348"/>
          <ac:spMkLst>
            <pc:docMk/>
            <pc:sldMk cId="2547660745" sldId="447"/>
            <ac:spMk id="5" creationId="{E1A015EC-88A6-602E-A311-B1D49B3DC478}"/>
          </ac:spMkLst>
        </pc:spChg>
        <pc:spChg chg="add del mod">
          <ac:chgData name="R Balaji" userId="4dba723c3a32d248" providerId="LiveId" clId="{3F78ACB6-8BB7-4C37-97A2-AA167F684D98}" dt="2025-12-18T11:21:34.713" v="350"/>
          <ac:spMkLst>
            <pc:docMk/>
            <pc:sldMk cId="2547660745" sldId="447"/>
            <ac:spMk id="6" creationId="{AB66B696-9FA4-98C9-1EDA-852CAFE17FE9}"/>
          </ac:spMkLst>
        </pc:spChg>
        <pc:spChg chg="add mod">
          <ac:chgData name="R Balaji" userId="4dba723c3a32d248" providerId="LiveId" clId="{3F78ACB6-8BB7-4C37-97A2-AA167F684D98}" dt="2025-12-18T11:22:05.694" v="358" actId="12"/>
          <ac:spMkLst>
            <pc:docMk/>
            <pc:sldMk cId="2547660745" sldId="447"/>
            <ac:spMk id="7" creationId="{18491096-D6A4-5264-D433-17A4F41E606D}"/>
          </ac:spMkLst>
        </pc:spChg>
      </pc:sldChg>
      <pc:sldChg chg="addSp delSp modSp mod">
        <pc:chgData name="R Balaji" userId="4dba723c3a32d248" providerId="LiveId" clId="{3F78ACB6-8BB7-4C37-97A2-AA167F684D98}" dt="2025-12-19T04:15:35.171" v="612"/>
        <pc:sldMkLst>
          <pc:docMk/>
          <pc:sldMk cId="1007665919" sldId="448"/>
        </pc:sldMkLst>
        <pc:spChg chg="add mod">
          <ac:chgData name="R Balaji" userId="4dba723c3a32d248" providerId="LiveId" clId="{3F78ACB6-8BB7-4C37-97A2-AA167F684D98}" dt="2025-12-19T04:15:35.171" v="612"/>
          <ac:spMkLst>
            <pc:docMk/>
            <pc:sldMk cId="1007665919" sldId="448"/>
            <ac:spMk id="3" creationId="{4C0AAC61-2364-8ED1-475A-7EA63ED9B9EB}"/>
          </ac:spMkLst>
        </pc:spChg>
        <pc:spChg chg="add del mod">
          <ac:chgData name="R Balaji" userId="4dba723c3a32d248" providerId="LiveId" clId="{3F78ACB6-8BB7-4C37-97A2-AA167F684D98}" dt="2025-12-18T11:24:45.488" v="373" actId="478"/>
          <ac:spMkLst>
            <pc:docMk/>
            <pc:sldMk cId="1007665919" sldId="448"/>
            <ac:spMk id="5" creationId="{E88FE35B-664A-3762-2984-36B416C9A975}"/>
          </ac:spMkLst>
        </pc:spChg>
        <pc:graphicFrameChg chg="del">
          <ac:chgData name="R Balaji" userId="4dba723c3a32d248" providerId="LiveId" clId="{3F78ACB6-8BB7-4C37-97A2-AA167F684D98}" dt="2025-12-18T11:24:43.215" v="372" actId="478"/>
          <ac:graphicFrameMkLst>
            <pc:docMk/>
            <pc:sldMk cId="1007665919" sldId="448"/>
            <ac:graphicFrameMk id="4" creationId="{34C5D2FF-0896-F086-4AC4-36C1D64F4F83}"/>
          </ac:graphicFrameMkLst>
        </pc:graphicFrameChg>
        <pc:graphicFrameChg chg="add mod">
          <ac:chgData name="R Balaji" userId="4dba723c3a32d248" providerId="LiveId" clId="{3F78ACB6-8BB7-4C37-97A2-AA167F684D98}" dt="2025-12-19T04:13:09.786" v="604" actId="1076"/>
          <ac:graphicFrameMkLst>
            <pc:docMk/>
            <pc:sldMk cId="1007665919" sldId="448"/>
            <ac:graphicFrameMk id="7" creationId="{32F88DAE-A3C8-2686-7D32-8BBB57EB861A}"/>
          </ac:graphicFrameMkLst>
        </pc:graphicFrameChg>
      </pc:sldChg>
      <pc:sldChg chg="addSp delSp modSp mod setBg">
        <pc:chgData name="R Balaji" userId="4dba723c3a32d248" providerId="LiveId" clId="{3F78ACB6-8BB7-4C37-97A2-AA167F684D98}" dt="2025-12-19T04:11:01.845" v="603" actId="1076"/>
        <pc:sldMkLst>
          <pc:docMk/>
          <pc:sldMk cId="1353208019" sldId="449"/>
        </pc:sldMkLst>
        <pc:spChg chg="del mod">
          <ac:chgData name="R Balaji" userId="4dba723c3a32d248" providerId="LiveId" clId="{3F78ACB6-8BB7-4C37-97A2-AA167F684D98}" dt="2025-12-18T11:22:37.106" v="361"/>
          <ac:spMkLst>
            <pc:docMk/>
            <pc:sldMk cId="1353208019" sldId="449"/>
            <ac:spMk id="4" creationId="{957F03C1-223A-13A4-7C7A-CC75A156D666}"/>
          </ac:spMkLst>
        </pc:spChg>
        <pc:spChg chg="add del mod">
          <ac:chgData name="R Balaji" userId="4dba723c3a32d248" providerId="LiveId" clId="{3F78ACB6-8BB7-4C37-97A2-AA167F684D98}" dt="2025-12-18T11:23:53.889" v="367"/>
          <ac:spMkLst>
            <pc:docMk/>
            <pc:sldMk cId="1353208019" sldId="449"/>
            <ac:spMk id="6" creationId="{BB5278EB-47C0-4053-E675-09E50AFF300E}"/>
          </ac:spMkLst>
        </pc:spChg>
        <pc:spChg chg="add del mod">
          <ac:chgData name="R Balaji" userId="4dba723c3a32d248" providerId="LiveId" clId="{3F78ACB6-8BB7-4C37-97A2-AA167F684D98}" dt="2025-12-18T11:25:11.078" v="376"/>
          <ac:spMkLst>
            <pc:docMk/>
            <pc:sldMk cId="1353208019" sldId="449"/>
            <ac:spMk id="9" creationId="{24A36084-A8AD-1979-85B3-97EF666F8CC0}"/>
          </ac:spMkLst>
        </pc:spChg>
        <pc:spChg chg="add mod">
          <ac:chgData name="R Balaji" userId="4dba723c3a32d248" providerId="LiveId" clId="{3F78ACB6-8BB7-4C37-97A2-AA167F684D98}" dt="2025-12-19T04:11:01.845" v="603" actId="1076"/>
          <ac:spMkLst>
            <pc:docMk/>
            <pc:sldMk cId="1353208019" sldId="449"/>
            <ac:spMk id="10" creationId="{9E0C5FD2-4350-C3FF-317B-08B319E09787}"/>
          </ac:spMkLst>
        </pc:spChg>
        <pc:graphicFrameChg chg="add del mod modGraphic">
          <ac:chgData name="R Balaji" userId="4dba723c3a32d248" providerId="LiveId" clId="{3F78ACB6-8BB7-4C37-97A2-AA167F684D98}" dt="2025-12-18T11:22:48.759" v="366" actId="478"/>
          <ac:graphicFrameMkLst>
            <pc:docMk/>
            <pc:sldMk cId="1353208019" sldId="449"/>
            <ac:graphicFrameMk id="3" creationId="{953DC171-3A3D-E266-F2D6-8EE9BAE8F1EE}"/>
          </ac:graphicFrameMkLst>
        </pc:graphicFrameChg>
        <pc:graphicFrameChg chg="add del mod modGraphic">
          <ac:chgData name="R Balaji" userId="4dba723c3a32d248" providerId="LiveId" clId="{3F78ACB6-8BB7-4C37-97A2-AA167F684D98}" dt="2025-12-18T11:24:51.202" v="374" actId="21"/>
          <ac:graphicFrameMkLst>
            <pc:docMk/>
            <pc:sldMk cId="1353208019" sldId="449"/>
            <ac:graphicFrameMk id="7" creationId="{32F88DAE-A3C8-2686-7D32-8BBB57EB861A}"/>
          </ac:graphicFrameMkLst>
        </pc:graphicFrameChg>
      </pc:sldChg>
      <pc:sldChg chg="addSp delSp modSp new mod">
        <pc:chgData name="R Balaji" userId="4dba723c3a32d248" providerId="LiveId" clId="{3F78ACB6-8BB7-4C37-97A2-AA167F684D98}" dt="2025-12-18T12:13:45.998" v="599" actId="1076"/>
        <pc:sldMkLst>
          <pc:docMk/>
          <pc:sldMk cId="2901373219" sldId="450"/>
        </pc:sldMkLst>
        <pc:spChg chg="del">
          <ac:chgData name="R Balaji" userId="4dba723c3a32d248" providerId="LiveId" clId="{3F78ACB6-8BB7-4C37-97A2-AA167F684D98}" dt="2025-12-18T11:31:19.148" v="391" actId="478"/>
          <ac:spMkLst>
            <pc:docMk/>
            <pc:sldMk cId="2901373219" sldId="450"/>
            <ac:spMk id="2" creationId="{2015F4D2-8847-ED8C-7C42-5B5FE971275D}"/>
          </ac:spMkLst>
        </pc:spChg>
        <pc:spChg chg="del">
          <ac:chgData name="R Balaji" userId="4dba723c3a32d248" providerId="LiveId" clId="{3F78ACB6-8BB7-4C37-97A2-AA167F684D98}" dt="2025-12-18T11:31:22.278" v="392" actId="478"/>
          <ac:spMkLst>
            <pc:docMk/>
            <pc:sldMk cId="2901373219" sldId="450"/>
            <ac:spMk id="3" creationId="{8C5BE05C-F6B7-B1CF-50CF-3274ECCDEFB1}"/>
          </ac:spMkLst>
        </pc:spChg>
        <pc:spChg chg="add del mod">
          <ac:chgData name="R Balaji" userId="4dba723c3a32d248" providerId="LiveId" clId="{3F78ACB6-8BB7-4C37-97A2-AA167F684D98}" dt="2025-12-18T11:48:03.148" v="421" actId="478"/>
          <ac:spMkLst>
            <pc:docMk/>
            <pc:sldMk cId="2901373219" sldId="450"/>
            <ac:spMk id="6" creationId="{E4C0CCEF-7CF0-55B0-B2F4-2D727CD2E637}"/>
          </ac:spMkLst>
        </pc:spChg>
        <pc:spChg chg="add">
          <ac:chgData name="R Balaji" userId="4dba723c3a32d248" providerId="LiveId" clId="{3F78ACB6-8BB7-4C37-97A2-AA167F684D98}" dt="2025-12-18T11:45:47.065" v="408"/>
          <ac:spMkLst>
            <pc:docMk/>
            <pc:sldMk cId="2901373219" sldId="450"/>
            <ac:spMk id="7" creationId="{3B68DB5A-0E3F-A508-78FF-AD13E85ACC61}"/>
          </ac:spMkLst>
        </pc:spChg>
        <pc:spChg chg="add">
          <ac:chgData name="R Balaji" userId="4dba723c3a32d248" providerId="LiveId" clId="{3F78ACB6-8BB7-4C37-97A2-AA167F684D98}" dt="2025-12-18T11:45:50.346" v="409"/>
          <ac:spMkLst>
            <pc:docMk/>
            <pc:sldMk cId="2901373219" sldId="450"/>
            <ac:spMk id="8" creationId="{7D1703C9-98C6-37C4-6EF5-2996FA910743}"/>
          </ac:spMkLst>
        </pc:spChg>
        <pc:spChg chg="add mod">
          <ac:chgData name="R Balaji" userId="4dba723c3a32d248" providerId="LiveId" clId="{3F78ACB6-8BB7-4C37-97A2-AA167F684D98}" dt="2025-12-18T11:54:32.658" v="503" actId="14100"/>
          <ac:spMkLst>
            <pc:docMk/>
            <pc:sldMk cId="2901373219" sldId="450"/>
            <ac:spMk id="9" creationId="{3386E3A9-63EA-BC0B-3DDB-AEC5E983E0BC}"/>
          </ac:spMkLst>
        </pc:spChg>
        <pc:picChg chg="add mod modCrop">
          <ac:chgData name="R Balaji" userId="4dba723c3a32d248" providerId="LiveId" clId="{3F78ACB6-8BB7-4C37-97A2-AA167F684D98}" dt="2025-12-18T11:33:08.533" v="406" actId="14100"/>
          <ac:picMkLst>
            <pc:docMk/>
            <pc:sldMk cId="2901373219" sldId="450"/>
            <ac:picMk id="5" creationId="{E8607792-13DD-78B8-ED9E-01E43C002B88}"/>
          </ac:picMkLst>
        </pc:picChg>
        <pc:picChg chg="add mod">
          <ac:chgData name="R Balaji" userId="4dba723c3a32d248" providerId="LiveId" clId="{3F78ACB6-8BB7-4C37-97A2-AA167F684D98}" dt="2025-12-18T12:13:43.031" v="598" actId="1076"/>
          <ac:picMkLst>
            <pc:docMk/>
            <pc:sldMk cId="2901373219" sldId="450"/>
            <ac:picMk id="11" creationId="{B494FF11-00DE-D8D6-9359-EC3A24A57CF8}"/>
          </ac:picMkLst>
        </pc:picChg>
        <pc:picChg chg="add mod">
          <ac:chgData name="R Balaji" userId="4dba723c3a32d248" providerId="LiveId" clId="{3F78ACB6-8BB7-4C37-97A2-AA167F684D98}" dt="2025-12-18T12:13:45.998" v="599" actId="1076"/>
          <ac:picMkLst>
            <pc:docMk/>
            <pc:sldMk cId="2901373219" sldId="450"/>
            <ac:picMk id="13" creationId="{6454A558-31D8-B8D5-E52E-580773EC8462}"/>
          </ac:picMkLst>
        </pc:picChg>
      </pc:sldChg>
      <pc:sldChg chg="del">
        <pc:chgData name="R Balaji" userId="4dba723c3a32d248" providerId="LiveId" clId="{3F78ACB6-8BB7-4C37-97A2-AA167F684D98}" dt="2025-12-18T11:26:04.399" v="387" actId="47"/>
        <pc:sldMkLst>
          <pc:docMk/>
          <pc:sldMk cId="3975781376" sldId="450"/>
        </pc:sldMkLst>
      </pc:sldChg>
      <pc:sldChg chg="addSp delSp modSp new mod modClrScheme chgLayout">
        <pc:chgData name="R Balaji" userId="4dba723c3a32d248" providerId="LiveId" clId="{3F78ACB6-8BB7-4C37-97A2-AA167F684D98}" dt="2025-12-18T12:02:01.607" v="539" actId="1076"/>
        <pc:sldMkLst>
          <pc:docMk/>
          <pc:sldMk cId="271417992" sldId="451"/>
        </pc:sldMkLst>
        <pc:spChg chg="del">
          <ac:chgData name="R Balaji" userId="4dba723c3a32d248" providerId="LiveId" clId="{3F78ACB6-8BB7-4C37-97A2-AA167F684D98}" dt="2025-12-18T11:49:50.783" v="482" actId="478"/>
          <ac:spMkLst>
            <pc:docMk/>
            <pc:sldMk cId="271417992" sldId="451"/>
            <ac:spMk id="2" creationId="{5411D900-D6ED-3DBB-35C7-4540032BA6BB}"/>
          </ac:spMkLst>
        </pc:spChg>
        <pc:spChg chg="del">
          <ac:chgData name="R Balaji" userId="4dba723c3a32d248" providerId="LiveId" clId="{3F78ACB6-8BB7-4C37-97A2-AA167F684D98}" dt="2025-12-18T11:49:53.128" v="483" actId="478"/>
          <ac:spMkLst>
            <pc:docMk/>
            <pc:sldMk cId="271417992" sldId="451"/>
            <ac:spMk id="3" creationId="{6BB1325F-34E0-CD19-82A1-DA4716B0469D}"/>
          </ac:spMkLst>
        </pc:spChg>
        <pc:spChg chg="add del mod">
          <ac:chgData name="R Balaji" userId="4dba723c3a32d248" providerId="LiveId" clId="{3F78ACB6-8BB7-4C37-97A2-AA167F684D98}" dt="2025-12-18T11:56:18.889" v="505" actId="478"/>
          <ac:spMkLst>
            <pc:docMk/>
            <pc:sldMk cId="271417992" sldId="451"/>
            <ac:spMk id="4" creationId="{9F93050F-5F1E-7B08-CBA5-3C8D8CFE25D9}"/>
          </ac:spMkLst>
        </pc:spChg>
        <pc:spChg chg="add mod">
          <ac:chgData name="R Balaji" userId="4dba723c3a32d248" providerId="LiveId" clId="{3F78ACB6-8BB7-4C37-97A2-AA167F684D98}" dt="2025-12-18T11:58:25.425" v="531" actId="27636"/>
          <ac:spMkLst>
            <pc:docMk/>
            <pc:sldMk cId="271417992" sldId="451"/>
            <ac:spMk id="5" creationId="{F8EB525D-BA2A-240A-C7AE-0BE000650170}"/>
          </ac:spMkLst>
        </pc:spChg>
        <pc:spChg chg="add del mod">
          <ac:chgData name="R Balaji" userId="4dba723c3a32d248" providerId="LiveId" clId="{3F78ACB6-8BB7-4C37-97A2-AA167F684D98}" dt="2025-12-18T11:58:13.484" v="523" actId="478"/>
          <ac:spMkLst>
            <pc:docMk/>
            <pc:sldMk cId="271417992" sldId="451"/>
            <ac:spMk id="6" creationId="{E8CB70A4-B4A2-810E-0CFF-BAA9AA8943E6}"/>
          </ac:spMkLst>
        </pc:spChg>
        <pc:spChg chg="add del">
          <ac:chgData name="R Balaji" userId="4dba723c3a32d248" providerId="LiveId" clId="{3F78ACB6-8BB7-4C37-97A2-AA167F684D98}" dt="2025-12-18T12:01:13.862" v="533" actId="478"/>
          <ac:spMkLst>
            <pc:docMk/>
            <pc:sldMk cId="271417992" sldId="451"/>
            <ac:spMk id="7" creationId="{3A3F75C8-76BD-508C-1F28-23EAA2CDE8CC}"/>
          </ac:spMkLst>
        </pc:spChg>
        <pc:picChg chg="add mod">
          <ac:chgData name="R Balaji" userId="4dba723c3a32d248" providerId="LiveId" clId="{3F78ACB6-8BB7-4C37-97A2-AA167F684D98}" dt="2025-12-18T12:02:01.607" v="539" actId="1076"/>
          <ac:picMkLst>
            <pc:docMk/>
            <pc:sldMk cId="271417992" sldId="451"/>
            <ac:picMk id="9" creationId="{8C1CF181-F6E4-E320-50E2-2BAD0831543C}"/>
          </ac:picMkLst>
        </pc:picChg>
      </pc:sldChg>
      <pc:sldChg chg="del">
        <pc:chgData name="R Balaji" userId="4dba723c3a32d248" providerId="LiveId" clId="{3F78ACB6-8BB7-4C37-97A2-AA167F684D98}" dt="2025-12-18T11:26:07.014" v="388" actId="47"/>
        <pc:sldMkLst>
          <pc:docMk/>
          <pc:sldMk cId="1139282394" sldId="451"/>
        </pc:sldMkLst>
      </pc:sldChg>
      <pc:sldChg chg="delSp new del mod modClrScheme chgLayout">
        <pc:chgData name="R Balaji" userId="4dba723c3a32d248" providerId="LiveId" clId="{3F78ACB6-8BB7-4C37-97A2-AA167F684D98}" dt="2025-12-18T12:05:34.688" v="543" actId="47"/>
        <pc:sldMkLst>
          <pc:docMk/>
          <pc:sldMk cId="351217708" sldId="452"/>
        </pc:sldMkLst>
        <pc:spChg chg="del">
          <ac:chgData name="R Balaji" userId="4dba723c3a32d248" providerId="LiveId" clId="{3F78ACB6-8BB7-4C37-97A2-AA167F684D98}" dt="2025-12-18T12:02:09.213" v="541" actId="700"/>
          <ac:spMkLst>
            <pc:docMk/>
            <pc:sldMk cId="351217708" sldId="452"/>
            <ac:spMk id="2" creationId="{A296AEFA-55AA-9051-D118-F3B84FA052B4}"/>
          </ac:spMkLst>
        </pc:spChg>
        <pc:spChg chg="del">
          <ac:chgData name="R Balaji" userId="4dba723c3a32d248" providerId="LiveId" clId="{3F78ACB6-8BB7-4C37-97A2-AA167F684D98}" dt="2025-12-18T12:02:09.213" v="541" actId="700"/>
          <ac:spMkLst>
            <pc:docMk/>
            <pc:sldMk cId="351217708" sldId="452"/>
            <ac:spMk id="3" creationId="{620A4289-500A-487E-1132-CCFD3BD26386}"/>
          </ac:spMkLst>
        </pc:spChg>
        <pc:spChg chg="del">
          <ac:chgData name="R Balaji" userId="4dba723c3a32d248" providerId="LiveId" clId="{3F78ACB6-8BB7-4C37-97A2-AA167F684D98}" dt="2025-12-18T12:02:09.213" v="541" actId="700"/>
          <ac:spMkLst>
            <pc:docMk/>
            <pc:sldMk cId="351217708" sldId="452"/>
            <ac:spMk id="4" creationId="{821FB71C-0CA1-349E-719B-2AE7879CFB25}"/>
          </ac:spMkLst>
        </pc:spChg>
      </pc:sldChg>
      <pc:sldChg chg="del">
        <pc:chgData name="R Balaji" userId="4dba723c3a32d248" providerId="LiveId" clId="{3F78ACB6-8BB7-4C37-97A2-AA167F684D98}" dt="2025-12-18T11:26:08.552" v="389" actId="47"/>
        <pc:sldMkLst>
          <pc:docMk/>
          <pc:sldMk cId="3816684880" sldId="452"/>
        </pc:sldMkLst>
      </pc:sldChg>
      <pc:sldChg chg="addSp delSp modSp new mod modClrScheme chgLayout">
        <pc:chgData name="R Balaji" userId="4dba723c3a32d248" providerId="LiveId" clId="{3F78ACB6-8BB7-4C37-97A2-AA167F684D98}" dt="2025-12-18T12:09:53.233" v="580" actId="1076"/>
        <pc:sldMkLst>
          <pc:docMk/>
          <pc:sldMk cId="194529091" sldId="453"/>
        </pc:sldMkLst>
        <pc:spChg chg="add del mod">
          <ac:chgData name="R Balaji" userId="4dba723c3a32d248" providerId="LiveId" clId="{3F78ACB6-8BB7-4C37-97A2-AA167F684D98}" dt="2025-12-18T12:05:44.300" v="548" actId="478"/>
          <ac:spMkLst>
            <pc:docMk/>
            <pc:sldMk cId="194529091" sldId="453"/>
            <ac:spMk id="2" creationId="{EEECA9DD-8A25-6A29-A581-E76152A8DCDE}"/>
          </ac:spMkLst>
        </pc:spChg>
        <pc:spChg chg="add mod">
          <ac:chgData name="R Balaji" userId="4dba723c3a32d248" providerId="LiveId" clId="{3F78ACB6-8BB7-4C37-97A2-AA167F684D98}" dt="2025-12-18T12:09:27.172" v="577" actId="14100"/>
          <ac:spMkLst>
            <pc:docMk/>
            <pc:sldMk cId="194529091" sldId="453"/>
            <ac:spMk id="3" creationId="{5933BF58-A5F6-E26E-0E89-AE5D7E778007}"/>
          </ac:spMkLst>
        </pc:spChg>
        <pc:spChg chg="add del mod">
          <ac:chgData name="R Balaji" userId="4dba723c3a32d248" providerId="LiveId" clId="{3F78ACB6-8BB7-4C37-97A2-AA167F684D98}" dt="2025-12-18T12:08:59.208" v="573"/>
          <ac:spMkLst>
            <pc:docMk/>
            <pc:sldMk cId="194529091" sldId="453"/>
            <ac:spMk id="4" creationId="{E8503739-2BD4-3030-6648-04ED16206B0E}"/>
          </ac:spMkLst>
        </pc:spChg>
        <pc:spChg chg="add mod">
          <ac:chgData name="R Balaji" userId="4dba723c3a32d248" providerId="LiveId" clId="{3F78ACB6-8BB7-4C37-97A2-AA167F684D98}" dt="2025-12-18T12:09:53.233" v="580" actId="1076"/>
          <ac:spMkLst>
            <pc:docMk/>
            <pc:sldMk cId="194529091" sldId="453"/>
            <ac:spMk id="5" creationId="{37A43B3C-BD45-F569-2319-AF23D9A7505B}"/>
          </ac:spMkLst>
        </pc:spChg>
      </pc:sldChg>
      <pc:sldChg chg="delSp new mod modClrScheme chgLayout">
        <pc:chgData name="R Balaji" userId="4dba723c3a32d248" providerId="LiveId" clId="{3F78ACB6-8BB7-4C37-97A2-AA167F684D98}" dt="2025-12-18T12:10:45.190" v="582" actId="700"/>
        <pc:sldMkLst>
          <pc:docMk/>
          <pc:sldMk cId="892492003" sldId="454"/>
        </pc:sldMkLst>
        <pc:spChg chg="del">
          <ac:chgData name="R Balaji" userId="4dba723c3a32d248" providerId="LiveId" clId="{3F78ACB6-8BB7-4C37-97A2-AA167F684D98}" dt="2025-12-18T12:10:45.190" v="582" actId="700"/>
          <ac:spMkLst>
            <pc:docMk/>
            <pc:sldMk cId="892492003" sldId="454"/>
            <ac:spMk id="2" creationId="{7209DC37-736B-B20C-71B1-7AF7582D0CB6}"/>
          </ac:spMkLst>
        </pc:spChg>
        <pc:spChg chg="del">
          <ac:chgData name="R Balaji" userId="4dba723c3a32d248" providerId="LiveId" clId="{3F78ACB6-8BB7-4C37-97A2-AA167F684D98}" dt="2025-12-18T12:10:45.190" v="582" actId="700"/>
          <ac:spMkLst>
            <pc:docMk/>
            <pc:sldMk cId="892492003" sldId="454"/>
            <ac:spMk id="3" creationId="{48B8E179-6C0E-C6D6-5E79-FC34D5D6B506}"/>
          </ac:spMkLst>
        </pc:spChg>
        <pc:spChg chg="del">
          <ac:chgData name="R Balaji" userId="4dba723c3a32d248" providerId="LiveId" clId="{3F78ACB6-8BB7-4C37-97A2-AA167F684D98}" dt="2025-12-18T12:10:45.190" v="582" actId="700"/>
          <ac:spMkLst>
            <pc:docMk/>
            <pc:sldMk cId="892492003" sldId="454"/>
            <ac:spMk id="4" creationId="{AC447E7B-9DA8-950B-65FA-04C6EBFC2A71}"/>
          </ac:spMkLst>
        </pc:spChg>
      </pc:sldChg>
      <pc:sldChg chg="new del">
        <pc:chgData name="R Balaji" userId="4dba723c3a32d248" providerId="LiveId" clId="{3F78ACB6-8BB7-4C37-97A2-AA167F684D98}" dt="2025-12-19T05:43:12.056" v="614" actId="47"/>
        <pc:sldMkLst>
          <pc:docMk/>
          <pc:sldMk cId="3481669345" sldId="4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D8015-6EC0-4E79-AE62-AF04FE2E7998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19A79-7843-4F1D-BDB5-22482C4591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60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F09111-A675-4B11-9402-D8D775151FA0}" type="slidenum">
              <a:rPr lang="en-IN" smtClean="0"/>
              <a:t>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75E3E8-A31B-B7BE-6193-B93721FBBCD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IN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0218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5BD3A-BF96-E672-E7A4-91F60FC4D2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CFD5F5-F3EF-F513-8F05-6731DC9B4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047A3-2A6E-3339-7F82-07FEEBED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01701-6915-34F8-0DA0-7EE9999F0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8B1A8-57E2-68CD-2D66-6FE8497D8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669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DB37E-69A0-CB55-B91D-240E96A91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C0A9E3-74BA-4AF5-D36F-50651B45F7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899F5-1A84-B5B6-06CC-0F295EEB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E31096-7B27-C5C0-5605-121F4F46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B2ABA-EB06-84AF-0AA0-360E65597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009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9205-3F13-D832-5482-51BBB90A9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9583DD-E0BC-195C-845D-6229E2FCE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E06BC-52B1-1C3A-99BC-F3A7A9860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886B8-9207-316E-830C-899C9E564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16EB9F-7DA1-CC80-B31A-77F3D95DC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08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606D7-A7A2-CCCC-4B27-65AEA16E8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7DB6-051C-AE67-7E16-F0C7D7175A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5548B4-C21E-E2CB-F20B-F7F9DE6DD4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4AB9-16D4-497E-FF9B-C38780404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C458B-F0C0-8ED1-91C8-271D6FEC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40D67B-A021-0CA4-5E0F-21F73071B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72710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489C0-265E-8D67-79D5-974CC247E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58B833-5563-93E4-A710-E0FACCEB74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8BC54B-3EA3-EB7C-5635-9CDC1610C8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D7A212-F88F-5BD7-443A-D9635FB88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26B2D-B389-ED72-7A67-EDAA084502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ACD778-07A9-7FF4-BB03-75DE07112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81593-B22A-A65C-8B00-A00C36B1B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FE3E3A-0D88-D087-954D-D3C79AE46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272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ADD26-6501-FE07-0355-BF3930FB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4DAFA3-223B-92CB-D3B7-25F9A2CE6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1187B4-ECFA-7C96-1D7A-2232A763B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7BB22-6E5F-0F25-38E0-17700EAAA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204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3B5D78-E5B8-8591-E513-15641FF72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12/19/2025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ADA5DE-3CF4-35B3-CAAA-8BEBC907F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74C3E-4961-ABF3-20A1-59887D2CC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54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DECE-10E0-99B2-E133-67B924341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7D07F-B2DC-59E6-6E10-CE7A83F1F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265442-F201-264E-4F89-273AA6A77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81F1D7-8E34-F258-0BBF-D43C54CA3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5D60E-76B7-5185-CD6D-D3DADFC58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D6D0-9CF3-8005-2E49-B86624071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553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7A590-09FD-E0A4-4E14-372ADE4F6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6BE12A-1F6C-FAD5-3C0F-4741972308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5FBBB9-3C3A-F7D2-CBB3-6852AF0718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C8918B-7048-AB41-F198-C8648DDFC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BD29E-E5FC-9A6C-23CE-E08AFFD38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1A0DE-47E2-A7D1-D63E-0B5D7575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101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4AAF9-7E00-FC46-A3AE-3D81D77B3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DEBE32-25AC-03F3-4A81-93286AF973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0845A1-7C4A-146A-F9FD-0D70C20E0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F8F472-C7AE-5C2B-3FA5-5F3F3D8D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E56E7-B03F-9910-AF5E-1CAD2A7DF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BBCD41-C831-622A-3750-BB1AE8E44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C3EFC9-8493-281D-C7BD-7D317FA61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E764-8EB4-6D26-F2C8-D7882F67A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1145FE-86E8-A1BF-F869-93747E30B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162C1-81DB-189D-ACFA-96B1993C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9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0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87581-94CE-CF53-5656-FAAAE78B8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33682-B773-C1C9-E472-E71BB27B13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1669D-ADB3-D5A2-8767-EAD91909B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12/19/2025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70FE3-B26D-A8BB-2409-19C6077A0C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DC3E6-3E37-7CE4-982C-F0E81996B0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235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2" r:id="rId1"/>
    <p:sldLayoutId id="2147484043" r:id="rId2"/>
    <p:sldLayoutId id="2147484044" r:id="rId3"/>
    <p:sldLayoutId id="2147484045" r:id="rId4"/>
    <p:sldLayoutId id="2147484046" r:id="rId5"/>
    <p:sldLayoutId id="2147484047" r:id="rId6"/>
    <p:sldLayoutId id="2147484048" r:id="rId7"/>
    <p:sldLayoutId id="2147484049" r:id="rId8"/>
    <p:sldLayoutId id="2147484050" r:id="rId9"/>
    <p:sldLayoutId id="2147484051" r:id="rId10"/>
    <p:sldLayoutId id="2147484052" r:id="rId11"/>
    <p:sldLayoutId id="214748405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24025" y="102531"/>
            <a:ext cx="574040" cy="2241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30"/>
              </a:lnSpc>
            </a:pPr>
            <a:r>
              <a:rPr sz="1500" b="1" dirty="0">
                <a:solidFill>
                  <a:srgbClr val="FFFFFF"/>
                </a:solidFill>
                <a:latin typeface="Cambria"/>
                <a:cs typeface="Cambria"/>
              </a:rPr>
              <a:t>M</a:t>
            </a:r>
            <a:r>
              <a:rPr sz="1500" b="1" spc="-4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mbria"/>
                <a:cs typeface="Cambria"/>
              </a:rPr>
              <a:t>I</a:t>
            </a:r>
            <a:r>
              <a:rPr sz="1500" b="1" spc="3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dirty="0">
                <a:solidFill>
                  <a:srgbClr val="FFFFFF"/>
                </a:solidFill>
                <a:latin typeface="Cambria"/>
                <a:cs typeface="Cambria"/>
              </a:rPr>
              <a:t>T</a:t>
            </a:r>
            <a:r>
              <a:rPr sz="1500" b="1" spc="-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1500" b="1" spc="-50" dirty="0">
                <a:solidFill>
                  <a:srgbClr val="FFFFFF"/>
                </a:solidFill>
                <a:latin typeface="Cambria"/>
                <a:cs typeface="Cambria"/>
              </a:rPr>
              <a:t>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75955" y="182089"/>
            <a:ext cx="10611488" cy="1253552"/>
          </a:xfrm>
          <a:custGeom>
            <a:avLst/>
            <a:gdLst/>
            <a:ahLst/>
            <a:cxnLst/>
            <a:rect l="l" t="t" r="r" b="b"/>
            <a:pathLst>
              <a:path w="9144000" h="942975">
                <a:moveTo>
                  <a:pt x="9144000" y="0"/>
                </a:moveTo>
                <a:lnTo>
                  <a:pt x="0" y="0"/>
                </a:lnTo>
                <a:lnTo>
                  <a:pt x="0" y="942975"/>
                </a:lnTo>
                <a:lnTo>
                  <a:pt x="9144000" y="942975"/>
                </a:lnTo>
                <a:lnTo>
                  <a:pt x="9144000" y="0"/>
                </a:lnTo>
                <a:close/>
              </a:path>
            </a:pathLst>
          </a:custGeom>
          <a:solidFill>
            <a:srgbClr val="E89B6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025782" y="204959"/>
            <a:ext cx="7745015" cy="1203919"/>
          </a:xfrm>
          <a:prstGeom prst="rect">
            <a:avLst/>
          </a:prstGeom>
          <a:solidFill>
            <a:schemeClr val="bg1"/>
          </a:solidFill>
        </p:spPr>
        <p:txBody>
          <a:bodyPr vert="horz" wrap="square" lIns="0" tIns="12700" rIns="0" bIns="0" rtlCol="0" anchor="ctr">
            <a:spAutoFit/>
          </a:bodyPr>
          <a:lstStyle/>
          <a:p>
            <a:pPr algn="ctr"/>
            <a:r>
              <a:rPr sz="2200" dirty="0">
                <a:solidFill>
                  <a:schemeClr val="tx1"/>
                </a:solidFill>
                <a:latin typeface="Cambria"/>
                <a:cs typeface="Cambria"/>
              </a:rPr>
              <a:t>Madanapalle</a:t>
            </a:r>
            <a:r>
              <a:rPr sz="2200" spc="-15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chemeClr val="tx1"/>
                </a:solidFill>
                <a:latin typeface="Cambria"/>
                <a:cs typeface="Cambria"/>
              </a:rPr>
              <a:t>Institute</a:t>
            </a:r>
            <a:r>
              <a:rPr sz="2200" spc="-10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chemeClr val="tx1"/>
                </a:solidFill>
                <a:latin typeface="Cambria"/>
                <a:cs typeface="Cambria"/>
              </a:rPr>
              <a:t>of</a:t>
            </a:r>
            <a:r>
              <a:rPr sz="2200" spc="4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mbria"/>
                <a:cs typeface="Cambria"/>
              </a:rPr>
              <a:t>Technology</a:t>
            </a:r>
            <a:r>
              <a:rPr sz="2200" spc="-155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chemeClr val="tx1"/>
                </a:solidFill>
                <a:latin typeface="Cambria"/>
                <a:cs typeface="Cambria"/>
              </a:rPr>
              <a:t>&amp;</a:t>
            </a:r>
            <a:r>
              <a:rPr sz="2200" spc="-8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dirty="0">
                <a:solidFill>
                  <a:schemeClr val="tx1"/>
                </a:solidFill>
                <a:latin typeface="Cambria"/>
                <a:cs typeface="Cambria"/>
              </a:rPr>
              <a:t>Science,</a:t>
            </a:r>
            <a:r>
              <a:rPr sz="2200" spc="20" dirty="0">
                <a:solidFill>
                  <a:schemeClr val="tx1"/>
                </a:solidFill>
                <a:latin typeface="Cambria"/>
                <a:cs typeface="Cambria"/>
              </a:rPr>
              <a:t> </a:t>
            </a:r>
            <a:r>
              <a:rPr sz="2200" spc="-10" dirty="0">
                <a:solidFill>
                  <a:schemeClr val="tx1"/>
                </a:solidFill>
                <a:latin typeface="Cambria"/>
                <a:cs typeface="Cambria"/>
              </a:rPr>
              <a:t>Madanapall</a:t>
            </a:r>
            <a:r>
              <a:rPr lang="en-US" sz="2200" spc="-10" dirty="0">
                <a:solidFill>
                  <a:schemeClr val="tx1"/>
                </a:solidFill>
                <a:latin typeface="Cambria"/>
                <a:cs typeface="Cambria"/>
              </a:rPr>
              <a:t>e</a:t>
            </a:r>
            <a:br>
              <a:rPr lang="en-US" sz="2100" spc="-10" dirty="0">
                <a:solidFill>
                  <a:schemeClr val="tx1"/>
                </a:solidFill>
                <a:latin typeface="Cambria"/>
                <a:cs typeface="Cambria"/>
              </a:rPr>
            </a:br>
            <a:r>
              <a:rPr lang="en-US" sz="1400" dirty="0">
                <a:solidFill>
                  <a:schemeClr val="tx1"/>
                </a:solidFill>
              </a:rPr>
              <a:t>UGC-AUTONOMOUS INSTITUTION</a:t>
            </a:r>
            <a:br>
              <a:rPr lang="en-IN" sz="1400" dirty="0">
                <a:solidFill>
                  <a:schemeClr val="tx1"/>
                </a:solidFill>
              </a:rPr>
            </a:br>
            <a:r>
              <a:rPr lang="en-US" sz="1400" dirty="0">
                <a:solidFill>
                  <a:schemeClr val="tx1"/>
                </a:solidFill>
              </a:rPr>
              <a:t>Affiliated to JNTUA, Ananthapuramu &amp; Approved by AICTE, New Delhi</a:t>
            </a:r>
            <a:endParaRPr sz="1400" dirty="0">
              <a:solidFill>
                <a:schemeClr val="tx1"/>
              </a:solidFill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55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595"/>
              </a:lnSpc>
            </a:pPr>
            <a:fld id="{81D60167-4931-47E6-BA6A-407CBD079E47}" type="slidenum">
              <a:rPr lang="en-IN" spc="-25" smtClean="0"/>
              <a:pPr marL="38100">
                <a:lnSpc>
                  <a:spcPts val="1595"/>
                </a:lnSpc>
              </a:pPr>
              <a:t>1</a:t>
            </a:fld>
            <a:endParaRPr spc="-25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1591" y="247878"/>
            <a:ext cx="1105427" cy="10914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744346" y="1498449"/>
            <a:ext cx="8399354" cy="5092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Department of Computer Science and Technology</a:t>
            </a: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9561" y="227999"/>
            <a:ext cx="1311826" cy="1144747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44346" y="2749268"/>
            <a:ext cx="8399355" cy="135946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An Interpretable Multimodal Framework for Concise and Adaptive Primary Education</a:t>
            </a:r>
            <a:endParaRPr lang="en-US" sz="28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4847BA-A627-2F72-7C4C-1CAA9D3D38D6}"/>
              </a:ext>
            </a:extLst>
          </p:cNvPr>
          <p:cNvSpPr txBox="1"/>
          <p:nvPr/>
        </p:nvSpPr>
        <p:spPr>
          <a:xfrm>
            <a:off x="675955" y="4583105"/>
            <a:ext cx="43938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Presenting by:</a:t>
            </a:r>
          </a:p>
          <a:p>
            <a:endParaRPr lang="en-IN" dirty="0"/>
          </a:p>
          <a:p>
            <a:r>
              <a:rPr lang="en-IN" dirty="0"/>
              <a:t>Roll No. 22691A2828	Name – R Balaji</a:t>
            </a: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38D935EE-B795-D5C1-578C-6449DFD9DDB9}"/>
              </a:ext>
            </a:extLst>
          </p:cNvPr>
          <p:cNvSpPr/>
          <p:nvPr/>
        </p:nvSpPr>
        <p:spPr>
          <a:xfrm>
            <a:off x="1757600" y="2117982"/>
            <a:ext cx="8399354" cy="50925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Review: 0</a:t>
            </a:r>
            <a:r>
              <a:rPr lang="en-US" sz="2400" b="1" baseline="30000" dirty="0">
                <a:solidFill>
                  <a:srgbClr val="FFFF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</a:t>
            </a:r>
            <a:endParaRPr lang="en-US" sz="2400" b="1" dirty="0">
              <a:solidFill>
                <a:srgbClr val="FFFF0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5170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7A00-E20C-A11A-5560-05EF6530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8D4A2-034B-A7E5-02E3-5C5404636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201" y="523376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2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B6E43D6-6B35-5C7D-785A-FF72603D4BF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42201" y="1598643"/>
            <a:ext cx="104902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develop a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low-complexity AI model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generates concise, age-appropriate educational content for students in grades 1-5.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an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 feedback system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uses visual cues (like red highlights) to explain linguistic and conceptual errors in real-time.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integrate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Retrieval-Augmented Generation (RAG)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fetches external web knowledge and simplifies it into primary-level summaries. </a:t>
            </a:r>
          </a:p>
        </p:txBody>
      </p:sp>
    </p:spTree>
    <p:extLst>
      <p:ext uri="{BB962C8B-B14F-4D97-AF65-F5344CB8AC3E}">
        <p14:creationId xmlns:p14="http://schemas.microsoft.com/office/powerpoint/2010/main" val="2896223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1E0D4-6A9C-375D-E185-89EAB94BD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A701C-5A96-9A7F-0D49-28B8F8B9A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8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75AD1A-561B-4E7A-FCC1-F194FCD29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160" y="1253331"/>
            <a:ext cx="11429999" cy="523954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latin typeface="Arial" panose="020B0604020202020204" pitchFamily="34" charset="0"/>
              </a:rPr>
              <a:t>Content Focus: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This project introduces an </a:t>
            </a:r>
            <a:r>
              <a:rPr lang="en-US" altLang="en-US" b="1" dirty="0">
                <a:latin typeface="Arial" panose="020B0604020202020204" pitchFamily="34" charset="0"/>
              </a:rPr>
              <a:t>Adaptive Educational AI Agent</a:t>
            </a:r>
            <a:r>
              <a:rPr lang="en-US" altLang="en-US" dirty="0">
                <a:latin typeface="Arial" panose="020B0604020202020204" pitchFamily="34" charset="0"/>
              </a:rPr>
              <a:t> engineered specifically for the cognitive needs of young learners.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Unlike standard "Black Box" models, this system prioritizes </a:t>
            </a:r>
            <a:r>
              <a:rPr lang="en-US" altLang="en-US" b="1" dirty="0">
                <a:latin typeface="Arial" panose="020B0604020202020204" pitchFamily="34" charset="0"/>
              </a:rPr>
              <a:t>interpretability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lang="en-US" altLang="en-US" b="1" dirty="0">
                <a:latin typeface="Arial" panose="020B0604020202020204" pitchFamily="34" charset="0"/>
              </a:rPr>
              <a:t>concise outputs</a:t>
            </a:r>
            <a:r>
              <a:rPr lang="en-US" altLang="en-US" dirty="0">
                <a:latin typeface="Arial" panose="020B0604020202020204" pitchFamily="34" charset="0"/>
              </a:rPr>
              <a:t> to prevent information overload.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system uses </a:t>
            </a:r>
            <a:r>
              <a:rPr lang="en-US" altLang="en-US" b="1" dirty="0">
                <a:latin typeface="Arial" panose="020B0604020202020204" pitchFamily="34" charset="0"/>
              </a:rPr>
              <a:t>Natural Language Processing (NLP)</a:t>
            </a:r>
            <a:r>
              <a:rPr lang="en-US" altLang="en-US" dirty="0">
                <a:latin typeface="Arial" panose="020B0604020202020204" pitchFamily="34" charset="0"/>
              </a:rPr>
              <a:t> for voice-based interaction and </a:t>
            </a:r>
            <a:r>
              <a:rPr lang="en-US" altLang="en-US" b="1" dirty="0">
                <a:latin typeface="Arial" panose="020B0604020202020204" pitchFamily="34" charset="0"/>
              </a:rPr>
              <a:t>Generative AI</a:t>
            </a:r>
            <a:r>
              <a:rPr lang="en-US" altLang="en-US" dirty="0">
                <a:latin typeface="Arial" panose="020B0604020202020204" pitchFamily="34" charset="0"/>
              </a:rPr>
              <a:t> to create simplified visual aids for abstract subjects like Physics and Math.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Arial" panose="020B0604020202020204" pitchFamily="34" charset="0"/>
              </a:rPr>
              <a:t>The outcome is a transparent pedagogical partner that bridges the gap between complex digital information and child-level comprehension.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549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E3926E-9627-46DF-B70A-F2839A1D2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4D5BF-CF63-D20A-41EA-5BA52EAD9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sz="2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7E1A6D9-25BB-D75B-5B2E-E44A84029B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83507"/>
            <a:ext cx="10881049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Standard LLMs (ChatGPT/Gemini):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Often generate verbose, overly technical, and non-age-appropriate responses.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Text-Only Chatbots: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Lack multimodal capabilities like real-time image generation or interactive visual feedback.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Opaque Logic: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existing systems provide answers without an interpretable "why" behind the correction or explanation.</a:t>
            </a:r>
          </a:p>
        </p:txBody>
      </p:sp>
    </p:spTree>
    <p:extLst>
      <p:ext uri="{BB962C8B-B14F-4D97-AF65-F5344CB8AC3E}">
        <p14:creationId xmlns:p14="http://schemas.microsoft.com/office/powerpoint/2010/main" val="81044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A83D7-9D87-130C-B4C1-466BC0B4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8D868-1496-9F6B-CCD8-61CEA69DD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endParaRPr lang="en-IN" sz="2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40A6DF-A11C-CB67-0677-14B9EC0843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727885"/>
            <a:ext cx="1028389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Cognitive Overload: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Verbose content confuses young children who require focused, concise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Transparency: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"Black Box" nature makes it difficult for students and teachers to understand the AI's reasoning.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Inflexible Complexity: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Difficulty in automatically scaling vocabulary down to a 1st-grade level (e.g., using "branch" vs. "florescence"). </a:t>
            </a:r>
          </a:p>
        </p:txBody>
      </p:sp>
    </p:spTree>
    <p:extLst>
      <p:ext uri="{BB962C8B-B14F-4D97-AF65-F5344CB8AC3E}">
        <p14:creationId xmlns:p14="http://schemas.microsoft.com/office/powerpoint/2010/main" val="3675079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DEC8C-66A1-5B46-E96E-9C1C4230F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54BF1-ABBE-E6E8-3074-97FCA9938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30" y="231200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8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71C88B96-E0CE-EDE7-5CAB-834FEFEAEF5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475623" y="1723577"/>
            <a:ext cx="1151635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Lexical Constraint Layer: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hard-coded filter that forces the AI to use simplified, grade-level vocabulary.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 UI: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user-friendly interface that uses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Explanations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color-coded feedback for grammar and logic.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Concise RAG Pipeline: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 external knowledge retrieval system that automatically summarizes web data into 1-2 simple sentences for children.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Multimodal Visualization: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Generates real-time, friendly animations or images to explain complex topics on-the-fly.</a:t>
            </a:r>
          </a:p>
        </p:txBody>
      </p:sp>
    </p:spTree>
    <p:extLst>
      <p:ext uri="{BB962C8B-B14F-4D97-AF65-F5344CB8AC3E}">
        <p14:creationId xmlns:p14="http://schemas.microsoft.com/office/powerpoint/2010/main" val="35981948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4DFDB-2577-EC90-40DA-017AAA403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A9F3-530C-68D5-56E0-0A6B91E2B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30" y="231200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  <a:endParaRPr lang="en-IN" sz="28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B1DE481-DED9-76EE-99C5-614F4DDACE2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4400" y="1965673"/>
            <a:ext cx="10772775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Interpretability: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Students learn the "why" through visual cues, not just the "what."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Complexity: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Minimalist content generation ensures students stay focused and motivated.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Scaffolding: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Automatically adapts its teaching style based on the specific grade level of the user.</a:t>
            </a:r>
          </a:p>
        </p:txBody>
      </p:sp>
    </p:spTree>
    <p:extLst>
      <p:ext uri="{BB962C8B-B14F-4D97-AF65-F5344CB8AC3E}">
        <p14:creationId xmlns:p14="http://schemas.microsoft.com/office/powerpoint/2010/main" val="3070833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0339D-B982-A969-841D-973FC222B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0B3B-3027-042C-5549-6FFCCBE53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30" y="231200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</a:t>
            </a:r>
            <a:endParaRPr lang="en-IN" sz="2800" dirty="0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8491096-D6A4-5264-D433-17A4F41E606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819790" y="2266985"/>
            <a:ext cx="1055242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Absence of a single platform that combines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low-complexity content generation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 visual feedback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specifically for K-5 users.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Current educational tools use static content rather than </a:t>
            </a:r>
            <a:r>
              <a:rPr kumimoji="0" lang="en-US" altLang="en-US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dynamic, simplified RAG</a:t>
            </a: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real-world curiosity questions.</a:t>
            </a:r>
          </a:p>
        </p:txBody>
      </p:sp>
    </p:spTree>
    <p:extLst>
      <p:ext uri="{BB962C8B-B14F-4D97-AF65-F5344CB8AC3E}">
        <p14:creationId xmlns:p14="http://schemas.microsoft.com/office/powerpoint/2010/main" val="25476607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C6ACB-6D59-124B-DF9E-0D2B4843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4A640-D9B2-C951-E0A6-22CFECF64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30" y="231200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TENTATIVE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2F88DAE-A3C8-2686-7D32-8BBB57EB861A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74413598"/>
              </p:ext>
            </p:extLst>
          </p:nvPr>
        </p:nvGraphicFramePr>
        <p:xfrm>
          <a:off x="914589" y="1163359"/>
          <a:ext cx="10362822" cy="3460108"/>
        </p:xfrm>
        <a:graphic>
          <a:graphicData uri="http://schemas.openxmlformats.org/drawingml/2006/table">
            <a:tbl>
              <a:tblPr/>
              <a:tblGrid>
                <a:gridCol w="3454274">
                  <a:extLst>
                    <a:ext uri="{9D8B030D-6E8A-4147-A177-3AD203B41FA5}">
                      <a16:colId xmlns:a16="http://schemas.microsoft.com/office/drawing/2014/main" val="1152163738"/>
                    </a:ext>
                  </a:extLst>
                </a:gridCol>
                <a:gridCol w="3454274">
                  <a:extLst>
                    <a:ext uri="{9D8B030D-6E8A-4147-A177-3AD203B41FA5}">
                      <a16:colId xmlns:a16="http://schemas.microsoft.com/office/drawing/2014/main" val="1377836903"/>
                    </a:ext>
                  </a:extLst>
                </a:gridCol>
                <a:gridCol w="3454274">
                  <a:extLst>
                    <a:ext uri="{9D8B030D-6E8A-4147-A177-3AD203B41FA5}">
                      <a16:colId xmlns:a16="http://schemas.microsoft.com/office/drawing/2014/main" val="2117984026"/>
                    </a:ext>
                  </a:extLst>
                </a:gridCol>
              </a:tblGrid>
              <a:tr h="9011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dirty="0"/>
                        <a:t>User Interface</a:t>
                      </a:r>
                      <a:endParaRPr lang="en-IN" sz="1800" dirty="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React Native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Cross-platform interactive UI for voice/text and red-highlight feedback. 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984674"/>
                  </a:ext>
                </a:extLst>
              </a:tr>
              <a:tr h="630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Orchestration</a:t>
                      </a:r>
                      <a:endParaRPr lang="en-IN" sz="180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Python Logic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Manages the "Simplification Layer" and "Grade-Level Filter." 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4892374"/>
                  </a:ext>
                </a:extLst>
              </a:tr>
              <a:tr h="630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Foundation Model</a:t>
                      </a:r>
                      <a:endParaRPr lang="en-IN" sz="180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AWS Bedrock (Titan/Claude)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Core engine for concise natural language and RAG handling. 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7338249"/>
                  </a:ext>
                </a:extLst>
              </a:tr>
              <a:tr h="63078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 dirty="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800" dirty="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8358022"/>
                  </a:ext>
                </a:extLst>
              </a:tr>
              <a:tr h="6307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/>
                        <a:t>Data Memory</a:t>
                      </a:r>
                      <a:endParaRPr lang="en-IN" sz="1800"/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Amazon DynamoDB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Stores student progress and simplified knowledge summaries. </a:t>
                      </a:r>
                    </a:p>
                  </a:txBody>
                  <a:tcPr marL="90111" marR="90111" marT="45056" marB="4505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51592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C0AAC61-2364-8ED1-475A-7EA63ED9B9EB}"/>
              </a:ext>
            </a:extLst>
          </p:cNvPr>
          <p:cNvSpPr txBox="1"/>
          <p:nvPr/>
        </p:nvSpPr>
        <p:spPr>
          <a:xfrm>
            <a:off x="972830" y="4711959"/>
            <a:ext cx="10569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Lexical Constraint Method (Vocabulary Control)</a:t>
            </a:r>
          </a:p>
          <a:p>
            <a:r>
              <a:rPr lang="en-IN" dirty="0"/>
              <a:t>Sentence Length Restriction Method</a:t>
            </a:r>
          </a:p>
          <a:p>
            <a:r>
              <a:rPr lang="en-US" dirty="0"/>
              <a:t>Concise Retrieval-Augmented Generation (RAG) Method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7665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D724B-3AF2-D6CC-0412-84D377569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9F2C4-3F58-9DA1-E53E-62B681954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830" y="231200"/>
            <a:ext cx="10364451" cy="741932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EXPECTED</a:t>
            </a:r>
            <a:r>
              <a:rPr lang="en-IN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OUTCOMES / OUTPUT</a:t>
            </a:r>
            <a:endParaRPr lang="en-IN" sz="2800" dirty="0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9E0C5FD2-4350-C3FF-317B-08B319E0978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115065" y="1901155"/>
            <a:ext cx="99618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functional prototype of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Low-Complexity Pedagogical AI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verified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Simplification Pipeline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successfully converts complex technical terms into child-friendly language. 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Responsive 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featuring real-time visual correction and multimodal concept visualization.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The system reduces ChatGPT complexity using vocabulary control, sentence restriction, analogy-based explanations, concise RAG, interpretable feedback, and multimodal visual support.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3208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607792-13DD-78B8-ED9E-01E43C002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43" r="25000" b="17279"/>
          <a:stretch>
            <a:fillRect/>
          </a:stretch>
        </p:blipFill>
        <p:spPr>
          <a:xfrm>
            <a:off x="0" y="0"/>
            <a:ext cx="6615404" cy="6858000"/>
          </a:xfrm>
          <a:prstGeom prst="rect">
            <a:avLst/>
          </a:prstGeom>
        </p:spPr>
      </p:pic>
      <p:sp>
        <p:nvSpPr>
          <p:cNvPr id="9" name="Rectangle 3">
            <a:extLst>
              <a:ext uri="{FF2B5EF4-FFF2-40B4-BE49-F238E27FC236}">
                <a16:creationId xmlns:a16="http://schemas.microsoft.com/office/drawing/2014/main" id="{3386E3A9-63EA-BC0B-3DDB-AEC5E983E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4024" y="177711"/>
            <a:ext cx="5141168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Prompt:</a:t>
            </a:r>
            <a:r>
              <a:rPr lang="en-US" altLang="en-US" dirty="0">
                <a:latin typeface="Arial" panose="020B0604020202020204" pitchFamily="34" charset="0"/>
              </a:rPr>
              <a:t> "What is gravity?"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AI Output: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i="1" dirty="0">
                <a:latin typeface="Arial" panose="020B0604020202020204" pitchFamily="34" charset="0"/>
              </a:rPr>
              <a:t>"Gravity is like an invisible glue. It pulls everything toward the ground so we don't float away into space! The Earth is very big, so it has a very strong pull.“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i="1" dirty="0">
                <a:latin typeface="Arial" panose="020B0604020202020204" pitchFamily="34" charset="0"/>
              </a:rPr>
              <a:t>Small images or a YouTube video</a:t>
            </a:r>
            <a:br>
              <a:rPr lang="en-US" altLang="en-US" i="1" dirty="0">
                <a:latin typeface="Arial" panose="020B0604020202020204" pitchFamily="34" charset="0"/>
              </a:rPr>
            </a:b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The Difference:</a:t>
            </a:r>
            <a:r>
              <a:rPr lang="en-US" altLang="en-US" dirty="0">
                <a:latin typeface="Arial" panose="020B0604020202020204" pitchFamily="34" charset="0"/>
              </a:rPr>
              <a:t> It uses </a:t>
            </a:r>
            <a:r>
              <a:rPr lang="en-US" altLang="en-US" b="1" dirty="0">
                <a:latin typeface="Arial" panose="020B0604020202020204" pitchFamily="34" charset="0"/>
              </a:rPr>
              <a:t>analogies</a:t>
            </a:r>
            <a:r>
              <a:rPr lang="en-US" altLang="en-US" dirty="0">
                <a:latin typeface="Arial" panose="020B0604020202020204" pitchFamily="34" charset="0"/>
              </a:rPr>
              <a:t> (glue) and </a:t>
            </a:r>
            <a:r>
              <a:rPr lang="en-US" altLang="en-US" b="1" dirty="0">
                <a:latin typeface="Arial" panose="020B0604020202020204" pitchFamily="34" charset="0"/>
              </a:rPr>
              <a:t>simple verbs</a:t>
            </a:r>
            <a:r>
              <a:rPr lang="en-US" altLang="en-US" dirty="0">
                <a:latin typeface="Arial" panose="020B0604020202020204" pitchFamily="34" charset="0"/>
              </a:rPr>
              <a:t> (pulls, floats). It stays under 30 words (Concise).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Picture 10" descr="A cartoon of a planet">
            <a:extLst>
              <a:ext uri="{FF2B5EF4-FFF2-40B4-BE49-F238E27FC236}">
                <a16:creationId xmlns:a16="http://schemas.microsoft.com/office/drawing/2014/main" id="{B494FF11-00DE-D8D6-9359-EC3A24A57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024" y="2953569"/>
            <a:ext cx="5141168" cy="2056969"/>
          </a:xfrm>
          <a:prstGeom prst="rect">
            <a:avLst/>
          </a:prstGeom>
        </p:spPr>
      </p:pic>
      <p:pic>
        <p:nvPicPr>
          <p:cNvPr id="13" name="Picture 12" descr="A screenshot of a video game">
            <a:extLst>
              <a:ext uri="{FF2B5EF4-FFF2-40B4-BE49-F238E27FC236}">
                <a16:creationId xmlns:a16="http://schemas.microsoft.com/office/drawing/2014/main" id="{6454A558-31D8-B8D5-E52E-580773EC8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024" y="5010538"/>
            <a:ext cx="5141168" cy="1792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373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EB525D-BA2A-240A-C7AE-0BE000650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8321" y="435362"/>
            <a:ext cx="5601481" cy="626401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Student:</a:t>
            </a:r>
            <a:r>
              <a:rPr lang="en-US" dirty="0"/>
              <a:t> "Yesterday, I </a:t>
            </a:r>
            <a:r>
              <a:rPr lang="en-US" b="1" dirty="0"/>
              <a:t>go</a:t>
            </a:r>
            <a:r>
              <a:rPr lang="en-US" dirty="0"/>
              <a:t> to the park with my dog."</a:t>
            </a:r>
          </a:p>
          <a:p>
            <a:r>
              <a:rPr lang="en-US" b="1" dirty="0"/>
              <a:t>Your AI Response:</a:t>
            </a:r>
            <a:r>
              <a:rPr lang="en-US" dirty="0"/>
              <a:t> * </a:t>
            </a:r>
            <a:r>
              <a:rPr lang="en-US" b="1" dirty="0"/>
              <a:t>Text:</a:t>
            </a:r>
            <a:r>
              <a:rPr lang="en-US" dirty="0"/>
              <a:t> "That sounds like a fun day! But since you said 'Yesterday,' we need to change one word."</a:t>
            </a:r>
          </a:p>
          <a:p>
            <a:pPr lvl="1"/>
            <a:r>
              <a:rPr lang="en-US" b="1" dirty="0"/>
              <a:t>Interpretable UI:</a:t>
            </a:r>
            <a:r>
              <a:rPr lang="en-US" dirty="0"/>
              <a:t> </a:t>
            </a:r>
            <a:r>
              <a:rPr lang="en-US" i="1" dirty="0"/>
              <a:t>"Yesterday, I </a:t>
            </a:r>
            <a:r>
              <a:rPr lang="en-US" b="1" i="1" dirty="0"/>
              <a:t>&lt;font color="red"&gt;go&lt;/font&gt;</a:t>
            </a:r>
            <a:r>
              <a:rPr lang="en-US" i="1" dirty="0"/>
              <a:t> to the park..."</a:t>
            </a:r>
            <a:r>
              <a:rPr lang="en-US" dirty="0"/>
              <a:t> * </a:t>
            </a:r>
            <a:r>
              <a:rPr lang="en-US" b="1" dirty="0"/>
              <a:t>Explanation:</a:t>
            </a:r>
            <a:r>
              <a:rPr lang="en-US" dirty="0"/>
              <a:t> "Because it happened in the </a:t>
            </a:r>
            <a:r>
              <a:rPr lang="en-US" b="1" dirty="0"/>
              <a:t>past</a:t>
            </a:r>
            <a:r>
              <a:rPr lang="en-US" dirty="0"/>
              <a:t>, 'go' becomes '</a:t>
            </a:r>
            <a:r>
              <a:rPr lang="en-US" b="1" dirty="0"/>
              <a:t>went</a:t>
            </a:r>
            <a:r>
              <a:rPr lang="en-US" dirty="0"/>
              <a:t>'. Try saying: </a:t>
            </a:r>
            <a:r>
              <a:rPr lang="en-US" i="1" dirty="0"/>
              <a:t>I went to the park.</a:t>
            </a:r>
            <a:r>
              <a:rPr lang="en-US" dirty="0"/>
              <a:t>“</a:t>
            </a:r>
          </a:p>
          <a:p>
            <a:r>
              <a:rPr lang="en-US" b="1" dirty="0"/>
              <a:t>Student:</a:t>
            </a:r>
            <a:r>
              <a:rPr lang="en-US" dirty="0"/>
              <a:t> "He run very fast."</a:t>
            </a:r>
          </a:p>
          <a:p>
            <a:r>
              <a:rPr lang="en-US" b="1" dirty="0"/>
              <a:t>Your AI Response:</a:t>
            </a:r>
            <a:endParaRPr lang="en-US" dirty="0"/>
          </a:p>
          <a:p>
            <a:pPr lvl="1"/>
            <a:r>
              <a:rPr lang="en-US" b="1" dirty="0"/>
              <a:t>Text:</a:t>
            </a:r>
            <a:r>
              <a:rPr lang="en-US" dirty="0"/>
              <a:t> "I bet he did! You are talking about your </a:t>
            </a:r>
            <a:r>
              <a:rPr lang="en-US" b="1" dirty="0"/>
              <a:t>dog</a:t>
            </a:r>
            <a:r>
              <a:rPr lang="en-US" dirty="0"/>
              <a:t> from the last sentence, right?"</a:t>
            </a:r>
          </a:p>
          <a:p>
            <a:pPr lvl="1"/>
            <a:r>
              <a:rPr lang="en-US" b="1" dirty="0"/>
              <a:t>Interpretable UI:</a:t>
            </a:r>
            <a:r>
              <a:rPr lang="en-US" dirty="0"/>
              <a:t> </a:t>
            </a:r>
            <a:r>
              <a:rPr lang="en-US" i="1" dirty="0"/>
              <a:t>"He </a:t>
            </a:r>
            <a:r>
              <a:rPr lang="en-US" b="1" i="1" dirty="0"/>
              <a:t>&lt;font color="red"&gt;run&lt;/font&gt;</a:t>
            </a:r>
            <a:r>
              <a:rPr lang="en-US" i="1" dirty="0"/>
              <a:t> very fast."</a:t>
            </a:r>
            <a:endParaRPr lang="en-US" dirty="0"/>
          </a:p>
          <a:p>
            <a:pPr lvl="1"/>
            <a:r>
              <a:rPr lang="en-US" b="1" dirty="0"/>
              <a:t>Explanation:</a:t>
            </a:r>
            <a:r>
              <a:rPr lang="en-US" dirty="0"/>
              <a:t> "When we talk about one person or animal (He/She/It), we add an </a:t>
            </a:r>
            <a:r>
              <a:rPr lang="en-US" b="1" dirty="0"/>
              <a:t>'s'</a:t>
            </a:r>
            <a:r>
              <a:rPr lang="en-US" dirty="0"/>
              <a:t> to the action. It should be: </a:t>
            </a:r>
            <a:r>
              <a:rPr lang="en-US" i="1" dirty="0"/>
              <a:t>He </a:t>
            </a:r>
            <a:r>
              <a:rPr lang="en-US" b="1" i="1" dirty="0"/>
              <a:t>runs</a:t>
            </a:r>
            <a:r>
              <a:rPr lang="en-US" i="1" dirty="0"/>
              <a:t> very fast.</a:t>
            </a:r>
            <a:r>
              <a:rPr lang="en-US" dirty="0"/>
              <a:t>"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C1CF181-F6E4-E320-50E2-2BAD08315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766631"/>
            <a:ext cx="5601480" cy="560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7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3BF58-A5F6-E26E-0E89-AE5D7E778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5943" y="593985"/>
            <a:ext cx="5355771" cy="3072946"/>
          </a:xfrm>
        </p:spPr>
        <p:txBody>
          <a:bodyPr>
            <a:normAutofit/>
          </a:bodyPr>
          <a:lstStyle/>
          <a:p>
            <a:r>
              <a:rPr lang="en-US" sz="2000" b="1" dirty="0"/>
              <a:t>Turn 1: The Initial Question (Grade 2-3)</a:t>
            </a:r>
          </a:p>
          <a:p>
            <a:r>
              <a:rPr lang="en-US" sz="2000" b="1" dirty="0"/>
              <a:t>Student:</a:t>
            </a:r>
            <a:r>
              <a:rPr lang="en-US" sz="2000" dirty="0"/>
              <a:t> "If I have 6 chocolates and 3 friends, how many does each one get?"</a:t>
            </a:r>
          </a:p>
          <a:p>
            <a:r>
              <a:rPr lang="en-US" sz="2000" b="1" dirty="0"/>
              <a:t>Your AI’s Concise Answer:</a:t>
            </a:r>
            <a:r>
              <a:rPr lang="en-US" sz="2000" dirty="0"/>
              <a:t> "Each friend gets </a:t>
            </a:r>
            <a:r>
              <a:rPr lang="en-US" sz="2000" b="1" dirty="0"/>
              <a:t>2 chocolates</a:t>
            </a:r>
            <a:r>
              <a:rPr lang="en-US" sz="2000" dirty="0"/>
              <a:t>! You are splitting them into 3 equal groups."</a:t>
            </a:r>
          </a:p>
          <a:p>
            <a:r>
              <a:rPr lang="en-US" sz="2000" b="1" dirty="0"/>
              <a:t>The Visual UI:</a:t>
            </a:r>
            <a:r>
              <a:rPr lang="en-US" sz="2000" dirty="0"/>
              <a:t> Shows 6 chocolate icons being circled into 3 groups of 2.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37A43B3C-BD45-F569-2319-AF23D9A7505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 bwMode="auto">
          <a:xfrm>
            <a:off x="5551714" y="473763"/>
            <a:ext cx="6444343" cy="61401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1: The "Real-World" Setup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Goal: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Don't start with $a^2 + b^2 = c^2$. Start with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Triangle Challenge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Prompt: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"Hey there! Do you want to see a math magic trick with a triangle? If you have a triangle with a perfect 'L' corner (a Right Angle), the sides have a secret connection!"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2: The Visual Proof (The "Square" Method)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Explanation: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"Imagine the bottom of the triangle is made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3 blocks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and the side is made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4 blocks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If we turn those sides into big squares: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bottom square has $3 \times 3 = 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mathbf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{9}$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small boxes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side square has $4 \times 4 = \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mathbf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{16}$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small boxes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If you add them together ($9 + 16$), you get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!"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The Discovery: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"The longest side (the slant) will always have exactly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25 boxes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($5 \times 5$). So that side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5 blocks long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! The squares on the small sides perfectly fill the square on the big side."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Step 3: The "Interpretable" Check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Student Question: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"Does it work for every triangle?"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AI Correction: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"No! It only works for triangles with a perfect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'L' corner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 If the corner is too wide or too skinny, the squares won't match. That’s why we call it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Right Triangle Rule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."</a:t>
            </a:r>
          </a:p>
        </p:txBody>
      </p:sp>
    </p:spTree>
    <p:extLst>
      <p:ext uri="{BB962C8B-B14F-4D97-AF65-F5344CB8AC3E}">
        <p14:creationId xmlns:p14="http://schemas.microsoft.com/office/powerpoint/2010/main" val="19452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2492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C753F4B-1AE1-A90A-510B-A929D14AD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1052513"/>
            <a:ext cx="5715000" cy="4752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990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8663</TotalTime>
  <Words>1243</Words>
  <Application>Microsoft Office PowerPoint</Application>
  <PresentationFormat>Widescreen</PresentationFormat>
  <Paragraphs>91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</vt:lpstr>
      <vt:lpstr>Google Sans Text</vt:lpstr>
      <vt:lpstr>Times New Roman</vt:lpstr>
      <vt:lpstr>Office Theme</vt:lpstr>
      <vt:lpstr>Madanapalle Institute of Technology &amp; Science, Madanapalle UGC-AUTONOMOUS INSTITUTION Affiliated to JNTUA, Ananthapuramu &amp; Approved by AICTE, New Delhi</vt:lpstr>
      <vt:lpstr>OBJECTIVE</vt:lpstr>
      <vt:lpstr>ABSTRACT</vt:lpstr>
      <vt:lpstr>EXISTING SYSTEM</vt:lpstr>
      <vt:lpstr>DISADVANTAGES</vt:lpstr>
      <vt:lpstr>PROPOSED SYSTEM</vt:lpstr>
      <vt:lpstr>ADVANTAGES</vt:lpstr>
      <vt:lpstr>RESEARCH GAP</vt:lpstr>
      <vt:lpstr>TENTATIVE METHODOLOGY</vt:lpstr>
      <vt:lpstr>EXPECTED OUTCOMES / OUTPUT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PRESENTATION ON  INTELLIGENT URL ANALYSIS FOR PHISHING THREATS  DEPARTMENT OF COMPUTER SCIENCE &amp; TECHNOLOGY, MITS</dc:title>
  <dc:creator>Bhanu Prakash. G</dc:creator>
  <cp:lastModifiedBy>R Balaji</cp:lastModifiedBy>
  <cp:revision>60</cp:revision>
  <dcterms:created xsi:type="dcterms:W3CDTF">2024-02-01T16:48:08Z</dcterms:created>
  <dcterms:modified xsi:type="dcterms:W3CDTF">2025-12-19T05:43:18Z</dcterms:modified>
</cp:coreProperties>
</file>